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31"/>
          <p:cNvGrpSpPr/>
          <p:nvPr/>
        </p:nvGrpSpPr>
        <p:grpSpPr>
          <a:xfrm>
            <a:off x="0" y="0"/>
            <a:ext cx="12188520" cy="6858000"/>
            <a:chOff x="0" y="0"/>
            <a:chExt cx="12188520" cy="6858000"/>
          </a:xfrm>
        </p:grpSpPr>
        <p:sp>
          <p:nvSpPr>
            <p:cNvPr id="1" name="Rectangle 8"/>
            <p:cNvSpPr/>
            <p:nvPr/>
          </p:nvSpPr>
          <p:spPr>
            <a:xfrm>
              <a:off x="4164480" y="6705720"/>
              <a:ext cx="8023320" cy="151200"/>
            </a:xfrm>
            <a:prstGeom prst="rect">
              <a:avLst/>
            </a:prstGeom>
            <a:gradFill rotWithShape="0">
              <a:gsLst>
                <a:gs pos="0">
                  <a:srgbClr val="daedfb"/>
                </a:gs>
                <a:gs pos="100000">
                  <a:srgbClr val="1480d1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" name="Rectangle 9"/>
            <p:cNvSpPr/>
            <p:nvPr/>
          </p:nvSpPr>
          <p:spPr>
            <a:xfrm>
              <a:off x="11680920" y="1981080"/>
              <a:ext cx="506880" cy="4266000"/>
            </a:xfrm>
            <a:prstGeom prst="rect">
              <a:avLst/>
            </a:prstGeom>
            <a:gradFill rotWithShape="0">
              <a:gsLst>
                <a:gs pos="0">
                  <a:srgbClr val="e8cde7"/>
                </a:gs>
                <a:gs pos="100000">
                  <a:srgbClr val="ba69b8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" name="Rectangle 10"/>
            <p:cNvSpPr/>
            <p:nvPr/>
          </p:nvSpPr>
          <p:spPr>
            <a:xfrm>
              <a:off x="0" y="5257800"/>
              <a:ext cx="608400" cy="151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" name="Rectangle 11"/>
            <p:cNvSpPr/>
            <p:nvPr/>
          </p:nvSpPr>
          <p:spPr>
            <a:xfrm>
              <a:off x="0" y="5410080"/>
              <a:ext cx="608400" cy="14468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" name="Rectangle 12"/>
            <p:cNvSpPr/>
            <p:nvPr/>
          </p:nvSpPr>
          <p:spPr>
            <a:xfrm>
              <a:off x="11680920" y="0"/>
              <a:ext cx="506880" cy="19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" name="Rectangle 13"/>
            <p:cNvSpPr/>
            <p:nvPr/>
          </p:nvSpPr>
          <p:spPr>
            <a:xfrm>
              <a:off x="7617960" y="0"/>
              <a:ext cx="4061880" cy="3038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755dd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" name="Rectangle 14"/>
            <p:cNvSpPr/>
            <p:nvPr/>
          </p:nvSpPr>
          <p:spPr>
            <a:xfrm>
              <a:off x="609480" y="304920"/>
              <a:ext cx="709920" cy="761040"/>
            </a:xfrm>
            <a:prstGeom prst="rect">
              <a:avLst/>
            </a:prstGeom>
            <a:solidFill>
              <a:schemeClr val="lt2">
                <a:lumMod val="50000"/>
                <a:alpha val="50000"/>
              </a:schemeClr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" name="Rectangle 15"/>
            <p:cNvSpPr/>
            <p:nvPr/>
          </p:nvSpPr>
          <p:spPr>
            <a:xfrm>
              <a:off x="0" y="1066680"/>
              <a:ext cx="608400" cy="4190040"/>
            </a:xfrm>
            <a:prstGeom prst="rect">
              <a:avLst/>
            </a:prstGeom>
            <a:gradFill rotWithShape="0">
              <a:gsLst>
                <a:gs pos="0">
                  <a:srgbClr val="7e6583"/>
                </a:gs>
                <a:gs pos="100000">
                  <a:srgbClr val="ffffff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" name="Rectangle 16"/>
            <p:cNvSpPr/>
            <p:nvPr/>
          </p:nvSpPr>
          <p:spPr>
            <a:xfrm>
              <a:off x="0" y="304920"/>
              <a:ext cx="608400" cy="7610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" name="Rectangle 17"/>
            <p:cNvSpPr/>
            <p:nvPr/>
          </p:nvSpPr>
          <p:spPr>
            <a:xfrm>
              <a:off x="0" y="0"/>
              <a:ext cx="1319400" cy="3038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92278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" name="Rectangle 18"/>
            <p:cNvSpPr/>
            <p:nvPr/>
          </p:nvSpPr>
          <p:spPr>
            <a:xfrm>
              <a:off x="1320480" y="0"/>
              <a:ext cx="6296400" cy="303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" name="Line 19"/>
            <p:cNvSpPr/>
            <p:nvPr/>
          </p:nvSpPr>
          <p:spPr>
            <a:xfrm flipV="1">
              <a:off x="609120" y="304560"/>
              <a:ext cx="360" cy="6553440"/>
            </a:xfrm>
            <a:prstGeom prst="line">
              <a:avLst/>
            </a:prstGeom>
            <a:ln w="762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" name="Line 20"/>
            <p:cNvSpPr/>
            <p:nvPr/>
          </p:nvSpPr>
          <p:spPr>
            <a:xfrm>
              <a:off x="609120" y="6705360"/>
              <a:ext cx="11579400" cy="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" name="Line 21"/>
            <p:cNvSpPr/>
            <p:nvPr/>
          </p:nvSpPr>
          <p:spPr>
            <a:xfrm flipV="1">
              <a:off x="11680920" y="0"/>
              <a:ext cx="360" cy="6705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" name="Line 22"/>
            <p:cNvSpPr/>
            <p:nvPr/>
          </p:nvSpPr>
          <p:spPr>
            <a:xfrm>
              <a:off x="0" y="304560"/>
              <a:ext cx="12188520" cy="360"/>
            </a:xfrm>
            <a:prstGeom prst="line">
              <a:avLst/>
            </a:prstGeom>
            <a:ln w="381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" name="Line 23"/>
            <p:cNvSpPr/>
            <p:nvPr/>
          </p:nvSpPr>
          <p:spPr>
            <a:xfrm flipH="1">
              <a:off x="7617960" y="457200"/>
              <a:ext cx="4570560" cy="36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" name="Line 24"/>
            <p:cNvSpPr/>
            <p:nvPr/>
          </p:nvSpPr>
          <p:spPr>
            <a:xfrm flipV="1">
              <a:off x="7617960" y="0"/>
              <a:ext cx="360" cy="45720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" name="Line 25"/>
            <p:cNvSpPr/>
            <p:nvPr/>
          </p:nvSpPr>
          <p:spPr>
            <a:xfrm>
              <a:off x="11680920" y="1981080"/>
              <a:ext cx="50760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" name="Line 26"/>
            <p:cNvSpPr/>
            <p:nvPr/>
          </p:nvSpPr>
          <p:spPr>
            <a:xfrm>
              <a:off x="1320120" y="0"/>
              <a:ext cx="360" cy="106668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" name="Line 27"/>
            <p:cNvSpPr/>
            <p:nvPr/>
          </p:nvSpPr>
          <p:spPr>
            <a:xfrm flipH="1">
              <a:off x="0" y="1066680"/>
              <a:ext cx="1320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" name="Line 30"/>
            <p:cNvSpPr/>
            <p:nvPr/>
          </p:nvSpPr>
          <p:spPr>
            <a:xfrm flipH="1">
              <a:off x="0" y="5257800"/>
              <a:ext cx="609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" name="Line 31"/>
            <p:cNvSpPr/>
            <p:nvPr/>
          </p:nvSpPr>
          <p:spPr>
            <a:xfrm flipH="1">
              <a:off x="0" y="5410080"/>
              <a:ext cx="609120" cy="360"/>
            </a:xfrm>
            <a:prstGeom prst="line">
              <a:avLst/>
            </a:prstGeom>
            <a:ln w="28575">
              <a:solidFill>
                <a:srgbClr val="92278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1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31"/>
          <p:cNvGrpSpPr/>
          <p:nvPr/>
        </p:nvGrpSpPr>
        <p:grpSpPr>
          <a:xfrm>
            <a:off x="0" y="0"/>
            <a:ext cx="12188520" cy="6858000"/>
            <a:chOff x="0" y="0"/>
            <a:chExt cx="12188520" cy="6858000"/>
          </a:xfrm>
        </p:grpSpPr>
        <p:sp>
          <p:nvSpPr>
            <p:cNvPr id="25" name="Rectangle 8"/>
            <p:cNvSpPr/>
            <p:nvPr/>
          </p:nvSpPr>
          <p:spPr>
            <a:xfrm>
              <a:off x="4164480" y="6705720"/>
              <a:ext cx="8023320" cy="151200"/>
            </a:xfrm>
            <a:prstGeom prst="rect">
              <a:avLst/>
            </a:prstGeom>
            <a:gradFill rotWithShape="0">
              <a:gsLst>
                <a:gs pos="0">
                  <a:srgbClr val="daedfb"/>
                </a:gs>
                <a:gs pos="100000">
                  <a:srgbClr val="1480d1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" name="Rectangle 9"/>
            <p:cNvSpPr/>
            <p:nvPr/>
          </p:nvSpPr>
          <p:spPr>
            <a:xfrm>
              <a:off x="11680920" y="1981080"/>
              <a:ext cx="506880" cy="4266000"/>
            </a:xfrm>
            <a:prstGeom prst="rect">
              <a:avLst/>
            </a:prstGeom>
            <a:gradFill rotWithShape="0">
              <a:gsLst>
                <a:gs pos="0">
                  <a:srgbClr val="e8cde7"/>
                </a:gs>
                <a:gs pos="100000">
                  <a:srgbClr val="ba69b8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" name="Rectangle 10"/>
            <p:cNvSpPr/>
            <p:nvPr/>
          </p:nvSpPr>
          <p:spPr>
            <a:xfrm>
              <a:off x="0" y="5257800"/>
              <a:ext cx="608400" cy="151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" name="Rectangle 11"/>
            <p:cNvSpPr/>
            <p:nvPr/>
          </p:nvSpPr>
          <p:spPr>
            <a:xfrm>
              <a:off x="0" y="5410080"/>
              <a:ext cx="608400" cy="14468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" name="Rectangle 12"/>
            <p:cNvSpPr/>
            <p:nvPr/>
          </p:nvSpPr>
          <p:spPr>
            <a:xfrm>
              <a:off x="11680920" y="0"/>
              <a:ext cx="506880" cy="19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" name="Rectangle 13"/>
            <p:cNvSpPr/>
            <p:nvPr/>
          </p:nvSpPr>
          <p:spPr>
            <a:xfrm>
              <a:off x="7617960" y="0"/>
              <a:ext cx="4061880" cy="3038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755dd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" name="Rectangle 14"/>
            <p:cNvSpPr/>
            <p:nvPr/>
          </p:nvSpPr>
          <p:spPr>
            <a:xfrm>
              <a:off x="609480" y="304920"/>
              <a:ext cx="709920" cy="761040"/>
            </a:xfrm>
            <a:prstGeom prst="rect">
              <a:avLst/>
            </a:prstGeom>
            <a:solidFill>
              <a:schemeClr val="lt2">
                <a:lumMod val="50000"/>
                <a:alpha val="50000"/>
              </a:schemeClr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" name="Rectangle 15"/>
            <p:cNvSpPr/>
            <p:nvPr/>
          </p:nvSpPr>
          <p:spPr>
            <a:xfrm>
              <a:off x="0" y="1066680"/>
              <a:ext cx="608400" cy="4190040"/>
            </a:xfrm>
            <a:prstGeom prst="rect">
              <a:avLst/>
            </a:prstGeom>
            <a:gradFill rotWithShape="0">
              <a:gsLst>
                <a:gs pos="0">
                  <a:srgbClr val="7e6583"/>
                </a:gs>
                <a:gs pos="100000">
                  <a:srgbClr val="ffffff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3" name="Rectangle 16"/>
            <p:cNvSpPr/>
            <p:nvPr/>
          </p:nvSpPr>
          <p:spPr>
            <a:xfrm>
              <a:off x="0" y="304920"/>
              <a:ext cx="608400" cy="7610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4" name="Rectangle 17"/>
            <p:cNvSpPr/>
            <p:nvPr/>
          </p:nvSpPr>
          <p:spPr>
            <a:xfrm>
              <a:off x="0" y="0"/>
              <a:ext cx="1319400" cy="3038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92278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5" name="Rectangle 18"/>
            <p:cNvSpPr/>
            <p:nvPr/>
          </p:nvSpPr>
          <p:spPr>
            <a:xfrm>
              <a:off x="1320480" y="0"/>
              <a:ext cx="6296400" cy="303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6" name="Line 19"/>
            <p:cNvSpPr/>
            <p:nvPr/>
          </p:nvSpPr>
          <p:spPr>
            <a:xfrm flipV="1">
              <a:off x="609120" y="304560"/>
              <a:ext cx="360" cy="6553440"/>
            </a:xfrm>
            <a:prstGeom prst="line">
              <a:avLst/>
            </a:prstGeom>
            <a:ln w="762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7" name="Line 20"/>
            <p:cNvSpPr/>
            <p:nvPr/>
          </p:nvSpPr>
          <p:spPr>
            <a:xfrm>
              <a:off x="609120" y="6705360"/>
              <a:ext cx="11579400" cy="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8" name="Line 21"/>
            <p:cNvSpPr/>
            <p:nvPr/>
          </p:nvSpPr>
          <p:spPr>
            <a:xfrm flipV="1">
              <a:off x="11680920" y="0"/>
              <a:ext cx="360" cy="6705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9" name="Line 22"/>
            <p:cNvSpPr/>
            <p:nvPr/>
          </p:nvSpPr>
          <p:spPr>
            <a:xfrm>
              <a:off x="0" y="304560"/>
              <a:ext cx="12188520" cy="360"/>
            </a:xfrm>
            <a:prstGeom prst="line">
              <a:avLst/>
            </a:prstGeom>
            <a:ln w="381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0" name="Line 23"/>
            <p:cNvSpPr/>
            <p:nvPr/>
          </p:nvSpPr>
          <p:spPr>
            <a:xfrm flipH="1">
              <a:off x="7617960" y="457200"/>
              <a:ext cx="4570560" cy="36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1" name="Line 24"/>
            <p:cNvSpPr/>
            <p:nvPr/>
          </p:nvSpPr>
          <p:spPr>
            <a:xfrm flipV="1">
              <a:off x="7617960" y="0"/>
              <a:ext cx="360" cy="45720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2" name="Line 25"/>
            <p:cNvSpPr/>
            <p:nvPr/>
          </p:nvSpPr>
          <p:spPr>
            <a:xfrm>
              <a:off x="11680920" y="1981080"/>
              <a:ext cx="50760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3" name="Line 26"/>
            <p:cNvSpPr/>
            <p:nvPr/>
          </p:nvSpPr>
          <p:spPr>
            <a:xfrm>
              <a:off x="1320120" y="0"/>
              <a:ext cx="360" cy="106668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4" name="Line 27"/>
            <p:cNvSpPr/>
            <p:nvPr/>
          </p:nvSpPr>
          <p:spPr>
            <a:xfrm flipH="1">
              <a:off x="0" y="1066680"/>
              <a:ext cx="1320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5" name="Line 30"/>
            <p:cNvSpPr/>
            <p:nvPr/>
          </p:nvSpPr>
          <p:spPr>
            <a:xfrm flipH="1">
              <a:off x="0" y="5257800"/>
              <a:ext cx="609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6" name="Line 31"/>
            <p:cNvSpPr/>
            <p:nvPr/>
          </p:nvSpPr>
          <p:spPr>
            <a:xfrm flipH="1">
              <a:off x="0" y="5410080"/>
              <a:ext cx="609120" cy="360"/>
            </a:xfrm>
            <a:prstGeom prst="line">
              <a:avLst/>
            </a:prstGeom>
            <a:ln w="28575">
              <a:solidFill>
                <a:srgbClr val="92278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31"/>
          <p:cNvGrpSpPr/>
          <p:nvPr/>
        </p:nvGrpSpPr>
        <p:grpSpPr>
          <a:xfrm>
            <a:off x="0" y="0"/>
            <a:ext cx="12188520" cy="6858000"/>
            <a:chOff x="0" y="0"/>
            <a:chExt cx="12188520" cy="6858000"/>
          </a:xfrm>
        </p:grpSpPr>
        <p:sp>
          <p:nvSpPr>
            <p:cNvPr id="48" name="Rectangle 8"/>
            <p:cNvSpPr/>
            <p:nvPr/>
          </p:nvSpPr>
          <p:spPr>
            <a:xfrm>
              <a:off x="4164480" y="6705720"/>
              <a:ext cx="8023320" cy="151200"/>
            </a:xfrm>
            <a:prstGeom prst="rect">
              <a:avLst/>
            </a:prstGeom>
            <a:gradFill rotWithShape="0">
              <a:gsLst>
                <a:gs pos="0">
                  <a:srgbClr val="daedfb"/>
                </a:gs>
                <a:gs pos="100000">
                  <a:srgbClr val="1480d1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9" name="Rectangle 9"/>
            <p:cNvSpPr/>
            <p:nvPr/>
          </p:nvSpPr>
          <p:spPr>
            <a:xfrm>
              <a:off x="11680920" y="1981080"/>
              <a:ext cx="506880" cy="4266000"/>
            </a:xfrm>
            <a:prstGeom prst="rect">
              <a:avLst/>
            </a:prstGeom>
            <a:gradFill rotWithShape="0">
              <a:gsLst>
                <a:gs pos="0">
                  <a:srgbClr val="e8cde7"/>
                </a:gs>
                <a:gs pos="100000">
                  <a:srgbClr val="ba69b8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0" name="Rectangle 10"/>
            <p:cNvSpPr/>
            <p:nvPr/>
          </p:nvSpPr>
          <p:spPr>
            <a:xfrm>
              <a:off x="0" y="5257800"/>
              <a:ext cx="608400" cy="151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1" name="Rectangle 11"/>
            <p:cNvSpPr/>
            <p:nvPr/>
          </p:nvSpPr>
          <p:spPr>
            <a:xfrm>
              <a:off x="0" y="5410080"/>
              <a:ext cx="608400" cy="14468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2" name="Rectangle 12"/>
            <p:cNvSpPr/>
            <p:nvPr/>
          </p:nvSpPr>
          <p:spPr>
            <a:xfrm>
              <a:off x="11680920" y="0"/>
              <a:ext cx="506880" cy="19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3" name="Rectangle 13"/>
            <p:cNvSpPr/>
            <p:nvPr/>
          </p:nvSpPr>
          <p:spPr>
            <a:xfrm>
              <a:off x="7617960" y="0"/>
              <a:ext cx="4061880" cy="3038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755dd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4" name="Rectangle 14"/>
            <p:cNvSpPr/>
            <p:nvPr/>
          </p:nvSpPr>
          <p:spPr>
            <a:xfrm>
              <a:off x="609480" y="304920"/>
              <a:ext cx="709920" cy="761040"/>
            </a:xfrm>
            <a:prstGeom prst="rect">
              <a:avLst/>
            </a:prstGeom>
            <a:solidFill>
              <a:schemeClr val="lt2">
                <a:lumMod val="50000"/>
                <a:alpha val="50000"/>
              </a:schemeClr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5" name="Rectangle 15"/>
            <p:cNvSpPr/>
            <p:nvPr/>
          </p:nvSpPr>
          <p:spPr>
            <a:xfrm>
              <a:off x="0" y="1066680"/>
              <a:ext cx="608400" cy="4190040"/>
            </a:xfrm>
            <a:prstGeom prst="rect">
              <a:avLst/>
            </a:prstGeom>
            <a:gradFill rotWithShape="0">
              <a:gsLst>
                <a:gs pos="0">
                  <a:srgbClr val="7e6583"/>
                </a:gs>
                <a:gs pos="100000">
                  <a:srgbClr val="ffffff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6" name="Rectangle 16"/>
            <p:cNvSpPr/>
            <p:nvPr/>
          </p:nvSpPr>
          <p:spPr>
            <a:xfrm>
              <a:off x="0" y="304920"/>
              <a:ext cx="608400" cy="7610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7" name="Rectangle 17"/>
            <p:cNvSpPr/>
            <p:nvPr/>
          </p:nvSpPr>
          <p:spPr>
            <a:xfrm>
              <a:off x="0" y="0"/>
              <a:ext cx="1319400" cy="3038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92278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8" name="Rectangle 18"/>
            <p:cNvSpPr/>
            <p:nvPr/>
          </p:nvSpPr>
          <p:spPr>
            <a:xfrm>
              <a:off x="1320480" y="0"/>
              <a:ext cx="6296400" cy="303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9" name="Line 19"/>
            <p:cNvSpPr/>
            <p:nvPr/>
          </p:nvSpPr>
          <p:spPr>
            <a:xfrm flipV="1">
              <a:off x="609120" y="304560"/>
              <a:ext cx="360" cy="6553440"/>
            </a:xfrm>
            <a:prstGeom prst="line">
              <a:avLst/>
            </a:prstGeom>
            <a:ln w="762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0" name="Line 20"/>
            <p:cNvSpPr/>
            <p:nvPr/>
          </p:nvSpPr>
          <p:spPr>
            <a:xfrm>
              <a:off x="609120" y="6705360"/>
              <a:ext cx="11579400" cy="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1" name="Line 21"/>
            <p:cNvSpPr/>
            <p:nvPr/>
          </p:nvSpPr>
          <p:spPr>
            <a:xfrm flipV="1">
              <a:off x="11680920" y="0"/>
              <a:ext cx="360" cy="6705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2" name="Line 22"/>
            <p:cNvSpPr/>
            <p:nvPr/>
          </p:nvSpPr>
          <p:spPr>
            <a:xfrm>
              <a:off x="0" y="304560"/>
              <a:ext cx="12188520" cy="360"/>
            </a:xfrm>
            <a:prstGeom prst="line">
              <a:avLst/>
            </a:prstGeom>
            <a:ln w="381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3" name="Line 23"/>
            <p:cNvSpPr/>
            <p:nvPr/>
          </p:nvSpPr>
          <p:spPr>
            <a:xfrm flipH="1">
              <a:off x="7617960" y="457200"/>
              <a:ext cx="4570560" cy="36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4" name="Line 24"/>
            <p:cNvSpPr/>
            <p:nvPr/>
          </p:nvSpPr>
          <p:spPr>
            <a:xfrm flipV="1">
              <a:off x="7617960" y="0"/>
              <a:ext cx="360" cy="45720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5" name="Line 25"/>
            <p:cNvSpPr/>
            <p:nvPr/>
          </p:nvSpPr>
          <p:spPr>
            <a:xfrm>
              <a:off x="11680920" y="1981080"/>
              <a:ext cx="50760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6" name="Line 26"/>
            <p:cNvSpPr/>
            <p:nvPr/>
          </p:nvSpPr>
          <p:spPr>
            <a:xfrm>
              <a:off x="1320120" y="0"/>
              <a:ext cx="360" cy="106668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7" name="Line 27"/>
            <p:cNvSpPr/>
            <p:nvPr/>
          </p:nvSpPr>
          <p:spPr>
            <a:xfrm flipH="1">
              <a:off x="0" y="1066680"/>
              <a:ext cx="1320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8" name="Line 30"/>
            <p:cNvSpPr/>
            <p:nvPr/>
          </p:nvSpPr>
          <p:spPr>
            <a:xfrm flipH="1">
              <a:off x="0" y="5257800"/>
              <a:ext cx="609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9" name="Line 31"/>
            <p:cNvSpPr/>
            <p:nvPr/>
          </p:nvSpPr>
          <p:spPr>
            <a:xfrm flipH="1">
              <a:off x="0" y="5410080"/>
              <a:ext cx="609120" cy="360"/>
            </a:xfrm>
            <a:prstGeom prst="line">
              <a:avLst/>
            </a:prstGeom>
            <a:ln w="28575">
              <a:solidFill>
                <a:srgbClr val="92278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1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1522440" y="1828800"/>
            <a:ext cx="468432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442200" y="1828800"/>
            <a:ext cx="4684320" cy="419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1522440" y="4017960"/>
            <a:ext cx="468432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31"/>
          <p:cNvGrpSpPr/>
          <p:nvPr/>
        </p:nvGrpSpPr>
        <p:grpSpPr>
          <a:xfrm>
            <a:off x="0" y="0"/>
            <a:ext cx="12188520" cy="6858000"/>
            <a:chOff x="0" y="0"/>
            <a:chExt cx="12188520" cy="6858000"/>
          </a:xfrm>
        </p:grpSpPr>
        <p:sp>
          <p:nvSpPr>
            <p:cNvPr id="75" name="Rectangle 8"/>
            <p:cNvSpPr/>
            <p:nvPr/>
          </p:nvSpPr>
          <p:spPr>
            <a:xfrm>
              <a:off x="4164480" y="6705720"/>
              <a:ext cx="8023320" cy="151200"/>
            </a:xfrm>
            <a:prstGeom prst="rect">
              <a:avLst/>
            </a:prstGeom>
            <a:gradFill rotWithShape="0">
              <a:gsLst>
                <a:gs pos="0">
                  <a:srgbClr val="daedfb"/>
                </a:gs>
                <a:gs pos="100000">
                  <a:srgbClr val="1480d1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6" name="Rectangle 9"/>
            <p:cNvSpPr/>
            <p:nvPr/>
          </p:nvSpPr>
          <p:spPr>
            <a:xfrm>
              <a:off x="11680920" y="1981080"/>
              <a:ext cx="506880" cy="4266000"/>
            </a:xfrm>
            <a:prstGeom prst="rect">
              <a:avLst/>
            </a:prstGeom>
            <a:gradFill rotWithShape="0">
              <a:gsLst>
                <a:gs pos="0">
                  <a:srgbClr val="e8cde7"/>
                </a:gs>
                <a:gs pos="100000">
                  <a:srgbClr val="ba69b8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7" name="Rectangle 10"/>
            <p:cNvSpPr/>
            <p:nvPr/>
          </p:nvSpPr>
          <p:spPr>
            <a:xfrm>
              <a:off x="0" y="5257800"/>
              <a:ext cx="608400" cy="151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8" name="Rectangle 11"/>
            <p:cNvSpPr/>
            <p:nvPr/>
          </p:nvSpPr>
          <p:spPr>
            <a:xfrm>
              <a:off x="0" y="5410080"/>
              <a:ext cx="608400" cy="14468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9" name="Rectangle 12"/>
            <p:cNvSpPr/>
            <p:nvPr/>
          </p:nvSpPr>
          <p:spPr>
            <a:xfrm>
              <a:off x="11680920" y="0"/>
              <a:ext cx="506880" cy="19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0" name="Rectangle 13"/>
            <p:cNvSpPr/>
            <p:nvPr/>
          </p:nvSpPr>
          <p:spPr>
            <a:xfrm>
              <a:off x="7617960" y="0"/>
              <a:ext cx="4061880" cy="3038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755dd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1" name="Rectangle 14"/>
            <p:cNvSpPr/>
            <p:nvPr/>
          </p:nvSpPr>
          <p:spPr>
            <a:xfrm>
              <a:off x="609480" y="304920"/>
              <a:ext cx="709920" cy="761040"/>
            </a:xfrm>
            <a:prstGeom prst="rect">
              <a:avLst/>
            </a:prstGeom>
            <a:solidFill>
              <a:schemeClr val="lt2">
                <a:lumMod val="50000"/>
                <a:alpha val="50000"/>
              </a:schemeClr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2" name="Rectangle 15"/>
            <p:cNvSpPr/>
            <p:nvPr/>
          </p:nvSpPr>
          <p:spPr>
            <a:xfrm>
              <a:off x="0" y="1066680"/>
              <a:ext cx="608400" cy="4190040"/>
            </a:xfrm>
            <a:prstGeom prst="rect">
              <a:avLst/>
            </a:prstGeom>
            <a:gradFill rotWithShape="0">
              <a:gsLst>
                <a:gs pos="0">
                  <a:srgbClr val="7e6583"/>
                </a:gs>
                <a:gs pos="100000">
                  <a:srgbClr val="ffffff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3" name="Rectangle 16"/>
            <p:cNvSpPr/>
            <p:nvPr/>
          </p:nvSpPr>
          <p:spPr>
            <a:xfrm>
              <a:off x="0" y="304920"/>
              <a:ext cx="608400" cy="7610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4" name="Rectangle 17"/>
            <p:cNvSpPr/>
            <p:nvPr/>
          </p:nvSpPr>
          <p:spPr>
            <a:xfrm>
              <a:off x="0" y="0"/>
              <a:ext cx="1319400" cy="3038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92278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5" name="Rectangle 18"/>
            <p:cNvSpPr/>
            <p:nvPr/>
          </p:nvSpPr>
          <p:spPr>
            <a:xfrm>
              <a:off x="1320480" y="0"/>
              <a:ext cx="6296400" cy="303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6" name="Line 19"/>
            <p:cNvSpPr/>
            <p:nvPr/>
          </p:nvSpPr>
          <p:spPr>
            <a:xfrm flipV="1">
              <a:off x="609120" y="304560"/>
              <a:ext cx="360" cy="6553440"/>
            </a:xfrm>
            <a:prstGeom prst="line">
              <a:avLst/>
            </a:prstGeom>
            <a:ln w="762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7" name="Line 20"/>
            <p:cNvSpPr/>
            <p:nvPr/>
          </p:nvSpPr>
          <p:spPr>
            <a:xfrm>
              <a:off x="609120" y="6705360"/>
              <a:ext cx="11579400" cy="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8" name="Line 21"/>
            <p:cNvSpPr/>
            <p:nvPr/>
          </p:nvSpPr>
          <p:spPr>
            <a:xfrm flipV="1">
              <a:off x="11680920" y="0"/>
              <a:ext cx="360" cy="6705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9" name="Line 22"/>
            <p:cNvSpPr/>
            <p:nvPr/>
          </p:nvSpPr>
          <p:spPr>
            <a:xfrm>
              <a:off x="0" y="304560"/>
              <a:ext cx="12188520" cy="360"/>
            </a:xfrm>
            <a:prstGeom prst="line">
              <a:avLst/>
            </a:prstGeom>
            <a:ln w="381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0" name="Line 23"/>
            <p:cNvSpPr/>
            <p:nvPr/>
          </p:nvSpPr>
          <p:spPr>
            <a:xfrm flipH="1">
              <a:off x="7617960" y="457200"/>
              <a:ext cx="4570560" cy="36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1" name="Line 24"/>
            <p:cNvSpPr/>
            <p:nvPr/>
          </p:nvSpPr>
          <p:spPr>
            <a:xfrm flipV="1">
              <a:off x="7617960" y="0"/>
              <a:ext cx="360" cy="45720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2" name="Line 25"/>
            <p:cNvSpPr/>
            <p:nvPr/>
          </p:nvSpPr>
          <p:spPr>
            <a:xfrm>
              <a:off x="11680920" y="1981080"/>
              <a:ext cx="50760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3" name="Line 26"/>
            <p:cNvSpPr/>
            <p:nvPr/>
          </p:nvSpPr>
          <p:spPr>
            <a:xfrm>
              <a:off x="1320120" y="0"/>
              <a:ext cx="360" cy="106668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4" name="Line 27"/>
            <p:cNvSpPr/>
            <p:nvPr/>
          </p:nvSpPr>
          <p:spPr>
            <a:xfrm flipH="1">
              <a:off x="0" y="1066680"/>
              <a:ext cx="1320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5" name="Line 30"/>
            <p:cNvSpPr/>
            <p:nvPr/>
          </p:nvSpPr>
          <p:spPr>
            <a:xfrm flipH="1">
              <a:off x="0" y="5257800"/>
              <a:ext cx="609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6" name="Line 31"/>
            <p:cNvSpPr/>
            <p:nvPr/>
          </p:nvSpPr>
          <p:spPr>
            <a:xfrm flipH="1">
              <a:off x="0" y="5410080"/>
              <a:ext cx="609120" cy="360"/>
            </a:xfrm>
            <a:prstGeom prst="line">
              <a:avLst/>
            </a:prstGeom>
            <a:ln w="28575">
              <a:solidFill>
                <a:srgbClr val="92278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1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1522440" y="1828800"/>
            <a:ext cx="4684320" cy="419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6442200" y="1828800"/>
            <a:ext cx="468432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6442200" y="4017960"/>
            <a:ext cx="468432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31"/>
          <p:cNvGrpSpPr/>
          <p:nvPr/>
        </p:nvGrpSpPr>
        <p:grpSpPr>
          <a:xfrm>
            <a:off x="0" y="0"/>
            <a:ext cx="12188520" cy="6858000"/>
            <a:chOff x="0" y="0"/>
            <a:chExt cx="12188520" cy="6858000"/>
          </a:xfrm>
        </p:grpSpPr>
        <p:sp>
          <p:nvSpPr>
            <p:cNvPr id="102" name="Rectangle 8"/>
            <p:cNvSpPr/>
            <p:nvPr/>
          </p:nvSpPr>
          <p:spPr>
            <a:xfrm>
              <a:off x="4164480" y="6705720"/>
              <a:ext cx="8023320" cy="151200"/>
            </a:xfrm>
            <a:prstGeom prst="rect">
              <a:avLst/>
            </a:prstGeom>
            <a:gradFill rotWithShape="0">
              <a:gsLst>
                <a:gs pos="0">
                  <a:srgbClr val="daedfb"/>
                </a:gs>
                <a:gs pos="100000">
                  <a:srgbClr val="1480d1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3" name="Rectangle 9"/>
            <p:cNvSpPr/>
            <p:nvPr/>
          </p:nvSpPr>
          <p:spPr>
            <a:xfrm>
              <a:off x="11680920" y="1981080"/>
              <a:ext cx="506880" cy="4266000"/>
            </a:xfrm>
            <a:prstGeom prst="rect">
              <a:avLst/>
            </a:prstGeom>
            <a:gradFill rotWithShape="0">
              <a:gsLst>
                <a:gs pos="0">
                  <a:srgbClr val="e8cde7"/>
                </a:gs>
                <a:gs pos="100000">
                  <a:srgbClr val="ba69b8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4" name="Rectangle 10"/>
            <p:cNvSpPr/>
            <p:nvPr/>
          </p:nvSpPr>
          <p:spPr>
            <a:xfrm>
              <a:off x="0" y="5257800"/>
              <a:ext cx="608400" cy="151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5" name="Rectangle 11"/>
            <p:cNvSpPr/>
            <p:nvPr/>
          </p:nvSpPr>
          <p:spPr>
            <a:xfrm>
              <a:off x="0" y="5410080"/>
              <a:ext cx="608400" cy="14468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6" name="Rectangle 12"/>
            <p:cNvSpPr/>
            <p:nvPr/>
          </p:nvSpPr>
          <p:spPr>
            <a:xfrm>
              <a:off x="11680920" y="0"/>
              <a:ext cx="506880" cy="19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7" name="Rectangle 13"/>
            <p:cNvSpPr/>
            <p:nvPr/>
          </p:nvSpPr>
          <p:spPr>
            <a:xfrm>
              <a:off x="7617960" y="0"/>
              <a:ext cx="4061880" cy="3038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755dd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8" name="Rectangle 14"/>
            <p:cNvSpPr/>
            <p:nvPr/>
          </p:nvSpPr>
          <p:spPr>
            <a:xfrm>
              <a:off x="609480" y="304920"/>
              <a:ext cx="709920" cy="761040"/>
            </a:xfrm>
            <a:prstGeom prst="rect">
              <a:avLst/>
            </a:prstGeom>
            <a:solidFill>
              <a:schemeClr val="lt2">
                <a:lumMod val="50000"/>
                <a:alpha val="50000"/>
              </a:schemeClr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9" name="Rectangle 15"/>
            <p:cNvSpPr/>
            <p:nvPr/>
          </p:nvSpPr>
          <p:spPr>
            <a:xfrm>
              <a:off x="0" y="1066680"/>
              <a:ext cx="608400" cy="4190040"/>
            </a:xfrm>
            <a:prstGeom prst="rect">
              <a:avLst/>
            </a:prstGeom>
            <a:gradFill rotWithShape="0">
              <a:gsLst>
                <a:gs pos="0">
                  <a:srgbClr val="7e6583"/>
                </a:gs>
                <a:gs pos="100000">
                  <a:srgbClr val="ffffff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0" name="Rectangle 16"/>
            <p:cNvSpPr/>
            <p:nvPr/>
          </p:nvSpPr>
          <p:spPr>
            <a:xfrm>
              <a:off x="0" y="304920"/>
              <a:ext cx="608400" cy="7610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1" name="Rectangle 17"/>
            <p:cNvSpPr/>
            <p:nvPr/>
          </p:nvSpPr>
          <p:spPr>
            <a:xfrm>
              <a:off x="0" y="0"/>
              <a:ext cx="1319400" cy="3038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92278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2" name="Rectangle 18"/>
            <p:cNvSpPr/>
            <p:nvPr/>
          </p:nvSpPr>
          <p:spPr>
            <a:xfrm>
              <a:off x="1320480" y="0"/>
              <a:ext cx="6296400" cy="303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3" name="Line 19"/>
            <p:cNvSpPr/>
            <p:nvPr/>
          </p:nvSpPr>
          <p:spPr>
            <a:xfrm flipV="1">
              <a:off x="609120" y="304560"/>
              <a:ext cx="360" cy="6553440"/>
            </a:xfrm>
            <a:prstGeom prst="line">
              <a:avLst/>
            </a:prstGeom>
            <a:ln w="762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4" name="Line 20"/>
            <p:cNvSpPr/>
            <p:nvPr/>
          </p:nvSpPr>
          <p:spPr>
            <a:xfrm>
              <a:off x="609120" y="6705360"/>
              <a:ext cx="11579400" cy="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5" name="Line 21"/>
            <p:cNvSpPr/>
            <p:nvPr/>
          </p:nvSpPr>
          <p:spPr>
            <a:xfrm flipV="1">
              <a:off x="11680920" y="0"/>
              <a:ext cx="360" cy="6705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6" name="Line 22"/>
            <p:cNvSpPr/>
            <p:nvPr/>
          </p:nvSpPr>
          <p:spPr>
            <a:xfrm>
              <a:off x="0" y="304560"/>
              <a:ext cx="12188520" cy="360"/>
            </a:xfrm>
            <a:prstGeom prst="line">
              <a:avLst/>
            </a:prstGeom>
            <a:ln w="381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7" name="Line 23"/>
            <p:cNvSpPr/>
            <p:nvPr/>
          </p:nvSpPr>
          <p:spPr>
            <a:xfrm flipH="1">
              <a:off x="7617960" y="457200"/>
              <a:ext cx="4570560" cy="36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8" name="Line 24"/>
            <p:cNvSpPr/>
            <p:nvPr/>
          </p:nvSpPr>
          <p:spPr>
            <a:xfrm flipV="1">
              <a:off x="7617960" y="0"/>
              <a:ext cx="360" cy="45720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9" name="Line 25"/>
            <p:cNvSpPr/>
            <p:nvPr/>
          </p:nvSpPr>
          <p:spPr>
            <a:xfrm>
              <a:off x="11680920" y="1981080"/>
              <a:ext cx="50760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0" name="Line 26"/>
            <p:cNvSpPr/>
            <p:nvPr/>
          </p:nvSpPr>
          <p:spPr>
            <a:xfrm>
              <a:off x="1320120" y="0"/>
              <a:ext cx="360" cy="106668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1" name="Line 27"/>
            <p:cNvSpPr/>
            <p:nvPr/>
          </p:nvSpPr>
          <p:spPr>
            <a:xfrm flipH="1">
              <a:off x="0" y="1066680"/>
              <a:ext cx="1320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2" name="Line 30"/>
            <p:cNvSpPr/>
            <p:nvPr/>
          </p:nvSpPr>
          <p:spPr>
            <a:xfrm flipH="1">
              <a:off x="0" y="5257800"/>
              <a:ext cx="609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3" name="Line 31"/>
            <p:cNvSpPr/>
            <p:nvPr/>
          </p:nvSpPr>
          <p:spPr>
            <a:xfrm flipH="1">
              <a:off x="0" y="5410080"/>
              <a:ext cx="609120" cy="360"/>
            </a:xfrm>
            <a:prstGeom prst="line">
              <a:avLst/>
            </a:prstGeom>
            <a:ln w="28575">
              <a:solidFill>
                <a:srgbClr val="92278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1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1522440" y="1828800"/>
            <a:ext cx="468432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6442200" y="1828800"/>
            <a:ext cx="468432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body"/>
          </p:nvPr>
        </p:nvSpPr>
        <p:spPr>
          <a:xfrm>
            <a:off x="1522440" y="4017960"/>
            <a:ext cx="960012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oup 31"/>
          <p:cNvGrpSpPr/>
          <p:nvPr/>
        </p:nvGrpSpPr>
        <p:grpSpPr>
          <a:xfrm>
            <a:off x="0" y="0"/>
            <a:ext cx="12188520" cy="6858000"/>
            <a:chOff x="0" y="0"/>
            <a:chExt cx="12188520" cy="6858000"/>
          </a:xfrm>
        </p:grpSpPr>
        <p:sp>
          <p:nvSpPr>
            <p:cNvPr id="129" name="Rectangle 8"/>
            <p:cNvSpPr/>
            <p:nvPr/>
          </p:nvSpPr>
          <p:spPr>
            <a:xfrm>
              <a:off x="4164480" y="6705720"/>
              <a:ext cx="8023320" cy="151200"/>
            </a:xfrm>
            <a:prstGeom prst="rect">
              <a:avLst/>
            </a:prstGeom>
            <a:gradFill rotWithShape="0">
              <a:gsLst>
                <a:gs pos="0">
                  <a:srgbClr val="daedfb"/>
                </a:gs>
                <a:gs pos="100000">
                  <a:srgbClr val="1480d1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0" name="Rectangle 9"/>
            <p:cNvSpPr/>
            <p:nvPr/>
          </p:nvSpPr>
          <p:spPr>
            <a:xfrm>
              <a:off x="11680920" y="1981080"/>
              <a:ext cx="506880" cy="4266000"/>
            </a:xfrm>
            <a:prstGeom prst="rect">
              <a:avLst/>
            </a:prstGeom>
            <a:gradFill rotWithShape="0">
              <a:gsLst>
                <a:gs pos="0">
                  <a:srgbClr val="e8cde7"/>
                </a:gs>
                <a:gs pos="100000">
                  <a:srgbClr val="ba69b8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1" name="Rectangle 10"/>
            <p:cNvSpPr/>
            <p:nvPr/>
          </p:nvSpPr>
          <p:spPr>
            <a:xfrm>
              <a:off x="0" y="5257800"/>
              <a:ext cx="608400" cy="151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2" name="Rectangle 11"/>
            <p:cNvSpPr/>
            <p:nvPr/>
          </p:nvSpPr>
          <p:spPr>
            <a:xfrm>
              <a:off x="0" y="5410080"/>
              <a:ext cx="608400" cy="14468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3" name="Rectangle 12"/>
            <p:cNvSpPr/>
            <p:nvPr/>
          </p:nvSpPr>
          <p:spPr>
            <a:xfrm>
              <a:off x="11680920" y="0"/>
              <a:ext cx="506880" cy="19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4" name="Rectangle 13"/>
            <p:cNvSpPr/>
            <p:nvPr/>
          </p:nvSpPr>
          <p:spPr>
            <a:xfrm>
              <a:off x="7617960" y="0"/>
              <a:ext cx="4061880" cy="3038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755dd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5" name="Rectangle 14"/>
            <p:cNvSpPr/>
            <p:nvPr/>
          </p:nvSpPr>
          <p:spPr>
            <a:xfrm>
              <a:off x="609480" y="304920"/>
              <a:ext cx="709920" cy="761040"/>
            </a:xfrm>
            <a:prstGeom prst="rect">
              <a:avLst/>
            </a:prstGeom>
            <a:solidFill>
              <a:schemeClr val="lt2">
                <a:lumMod val="50000"/>
                <a:alpha val="50000"/>
              </a:schemeClr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6" name="Rectangle 15"/>
            <p:cNvSpPr/>
            <p:nvPr/>
          </p:nvSpPr>
          <p:spPr>
            <a:xfrm>
              <a:off x="0" y="1066680"/>
              <a:ext cx="608400" cy="4190040"/>
            </a:xfrm>
            <a:prstGeom prst="rect">
              <a:avLst/>
            </a:prstGeom>
            <a:gradFill rotWithShape="0">
              <a:gsLst>
                <a:gs pos="0">
                  <a:srgbClr val="7e6583"/>
                </a:gs>
                <a:gs pos="100000">
                  <a:srgbClr val="ffffff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7" name="Rectangle 16"/>
            <p:cNvSpPr/>
            <p:nvPr/>
          </p:nvSpPr>
          <p:spPr>
            <a:xfrm>
              <a:off x="0" y="304920"/>
              <a:ext cx="608400" cy="7610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8" name="Rectangle 17"/>
            <p:cNvSpPr/>
            <p:nvPr/>
          </p:nvSpPr>
          <p:spPr>
            <a:xfrm>
              <a:off x="0" y="0"/>
              <a:ext cx="1319400" cy="3038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92278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9" name="Rectangle 18"/>
            <p:cNvSpPr/>
            <p:nvPr/>
          </p:nvSpPr>
          <p:spPr>
            <a:xfrm>
              <a:off x="1320480" y="0"/>
              <a:ext cx="6296400" cy="303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0" name="Line 19"/>
            <p:cNvSpPr/>
            <p:nvPr/>
          </p:nvSpPr>
          <p:spPr>
            <a:xfrm flipV="1">
              <a:off x="609120" y="304560"/>
              <a:ext cx="360" cy="6553440"/>
            </a:xfrm>
            <a:prstGeom prst="line">
              <a:avLst/>
            </a:prstGeom>
            <a:ln w="762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1" name="Line 20"/>
            <p:cNvSpPr/>
            <p:nvPr/>
          </p:nvSpPr>
          <p:spPr>
            <a:xfrm>
              <a:off x="609120" y="6705360"/>
              <a:ext cx="11579400" cy="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2" name="Line 21"/>
            <p:cNvSpPr/>
            <p:nvPr/>
          </p:nvSpPr>
          <p:spPr>
            <a:xfrm flipV="1">
              <a:off x="11680920" y="0"/>
              <a:ext cx="360" cy="6705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3" name="Line 22"/>
            <p:cNvSpPr/>
            <p:nvPr/>
          </p:nvSpPr>
          <p:spPr>
            <a:xfrm>
              <a:off x="0" y="304560"/>
              <a:ext cx="12188520" cy="360"/>
            </a:xfrm>
            <a:prstGeom prst="line">
              <a:avLst/>
            </a:prstGeom>
            <a:ln w="381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4" name="Line 23"/>
            <p:cNvSpPr/>
            <p:nvPr/>
          </p:nvSpPr>
          <p:spPr>
            <a:xfrm flipH="1">
              <a:off x="7617960" y="457200"/>
              <a:ext cx="4570560" cy="36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5" name="Line 24"/>
            <p:cNvSpPr/>
            <p:nvPr/>
          </p:nvSpPr>
          <p:spPr>
            <a:xfrm flipV="1">
              <a:off x="7617960" y="0"/>
              <a:ext cx="360" cy="45720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6" name="Line 25"/>
            <p:cNvSpPr/>
            <p:nvPr/>
          </p:nvSpPr>
          <p:spPr>
            <a:xfrm>
              <a:off x="11680920" y="1981080"/>
              <a:ext cx="50760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7" name="Line 26"/>
            <p:cNvSpPr/>
            <p:nvPr/>
          </p:nvSpPr>
          <p:spPr>
            <a:xfrm>
              <a:off x="1320120" y="0"/>
              <a:ext cx="360" cy="106668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8" name="Line 27"/>
            <p:cNvSpPr/>
            <p:nvPr/>
          </p:nvSpPr>
          <p:spPr>
            <a:xfrm flipH="1">
              <a:off x="0" y="1066680"/>
              <a:ext cx="1320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9" name="Line 30"/>
            <p:cNvSpPr/>
            <p:nvPr/>
          </p:nvSpPr>
          <p:spPr>
            <a:xfrm flipH="1">
              <a:off x="0" y="5257800"/>
              <a:ext cx="609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0" name="Line 31"/>
            <p:cNvSpPr/>
            <p:nvPr/>
          </p:nvSpPr>
          <p:spPr>
            <a:xfrm flipH="1">
              <a:off x="0" y="5410080"/>
              <a:ext cx="609120" cy="360"/>
            </a:xfrm>
            <a:prstGeom prst="line">
              <a:avLst/>
            </a:prstGeom>
            <a:ln w="28575">
              <a:solidFill>
                <a:srgbClr val="92278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1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1522440" y="1828800"/>
            <a:ext cx="960012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1522440" y="4017960"/>
            <a:ext cx="960012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 31"/>
          <p:cNvGrpSpPr/>
          <p:nvPr/>
        </p:nvGrpSpPr>
        <p:grpSpPr>
          <a:xfrm>
            <a:off x="0" y="0"/>
            <a:ext cx="12188520" cy="6858000"/>
            <a:chOff x="0" y="0"/>
            <a:chExt cx="12188520" cy="6858000"/>
          </a:xfrm>
        </p:grpSpPr>
        <p:sp>
          <p:nvSpPr>
            <p:cNvPr id="155" name="Rectangle 8"/>
            <p:cNvSpPr/>
            <p:nvPr/>
          </p:nvSpPr>
          <p:spPr>
            <a:xfrm>
              <a:off x="4164480" y="6705720"/>
              <a:ext cx="8023320" cy="151200"/>
            </a:xfrm>
            <a:prstGeom prst="rect">
              <a:avLst/>
            </a:prstGeom>
            <a:gradFill rotWithShape="0">
              <a:gsLst>
                <a:gs pos="0">
                  <a:srgbClr val="daedfb"/>
                </a:gs>
                <a:gs pos="100000">
                  <a:srgbClr val="1480d1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6" name="Rectangle 9"/>
            <p:cNvSpPr/>
            <p:nvPr/>
          </p:nvSpPr>
          <p:spPr>
            <a:xfrm>
              <a:off x="11680920" y="1981080"/>
              <a:ext cx="506880" cy="4266000"/>
            </a:xfrm>
            <a:prstGeom prst="rect">
              <a:avLst/>
            </a:prstGeom>
            <a:gradFill rotWithShape="0">
              <a:gsLst>
                <a:gs pos="0">
                  <a:srgbClr val="e8cde7"/>
                </a:gs>
                <a:gs pos="100000">
                  <a:srgbClr val="ba69b8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7" name="Rectangle 10"/>
            <p:cNvSpPr/>
            <p:nvPr/>
          </p:nvSpPr>
          <p:spPr>
            <a:xfrm>
              <a:off x="0" y="5257800"/>
              <a:ext cx="608400" cy="151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8" name="Rectangle 11"/>
            <p:cNvSpPr/>
            <p:nvPr/>
          </p:nvSpPr>
          <p:spPr>
            <a:xfrm>
              <a:off x="0" y="5410080"/>
              <a:ext cx="608400" cy="14468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9" name="Rectangle 12"/>
            <p:cNvSpPr/>
            <p:nvPr/>
          </p:nvSpPr>
          <p:spPr>
            <a:xfrm>
              <a:off x="11680920" y="0"/>
              <a:ext cx="506880" cy="19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0" name="Rectangle 13"/>
            <p:cNvSpPr/>
            <p:nvPr/>
          </p:nvSpPr>
          <p:spPr>
            <a:xfrm>
              <a:off x="7617960" y="0"/>
              <a:ext cx="4061880" cy="3038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755dd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1" name="Rectangle 14"/>
            <p:cNvSpPr/>
            <p:nvPr/>
          </p:nvSpPr>
          <p:spPr>
            <a:xfrm>
              <a:off x="609480" y="304920"/>
              <a:ext cx="709920" cy="761040"/>
            </a:xfrm>
            <a:prstGeom prst="rect">
              <a:avLst/>
            </a:prstGeom>
            <a:solidFill>
              <a:schemeClr val="lt2">
                <a:lumMod val="50000"/>
                <a:alpha val="50000"/>
              </a:schemeClr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2" name="Rectangle 15"/>
            <p:cNvSpPr/>
            <p:nvPr/>
          </p:nvSpPr>
          <p:spPr>
            <a:xfrm>
              <a:off x="0" y="1066680"/>
              <a:ext cx="608400" cy="4190040"/>
            </a:xfrm>
            <a:prstGeom prst="rect">
              <a:avLst/>
            </a:prstGeom>
            <a:gradFill rotWithShape="0">
              <a:gsLst>
                <a:gs pos="0">
                  <a:srgbClr val="7e6583"/>
                </a:gs>
                <a:gs pos="100000">
                  <a:srgbClr val="ffffff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3" name="Rectangle 16"/>
            <p:cNvSpPr/>
            <p:nvPr/>
          </p:nvSpPr>
          <p:spPr>
            <a:xfrm>
              <a:off x="0" y="304920"/>
              <a:ext cx="608400" cy="7610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4" name="Rectangle 17"/>
            <p:cNvSpPr/>
            <p:nvPr/>
          </p:nvSpPr>
          <p:spPr>
            <a:xfrm>
              <a:off x="0" y="0"/>
              <a:ext cx="1319400" cy="3038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92278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5" name="Rectangle 18"/>
            <p:cNvSpPr/>
            <p:nvPr/>
          </p:nvSpPr>
          <p:spPr>
            <a:xfrm>
              <a:off x="1320480" y="0"/>
              <a:ext cx="6296400" cy="303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6" name="Line 19"/>
            <p:cNvSpPr/>
            <p:nvPr/>
          </p:nvSpPr>
          <p:spPr>
            <a:xfrm flipV="1">
              <a:off x="609120" y="304560"/>
              <a:ext cx="360" cy="6553440"/>
            </a:xfrm>
            <a:prstGeom prst="line">
              <a:avLst/>
            </a:prstGeom>
            <a:ln w="762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7" name="Line 20"/>
            <p:cNvSpPr/>
            <p:nvPr/>
          </p:nvSpPr>
          <p:spPr>
            <a:xfrm>
              <a:off x="609120" y="6705360"/>
              <a:ext cx="11579400" cy="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8" name="Line 21"/>
            <p:cNvSpPr/>
            <p:nvPr/>
          </p:nvSpPr>
          <p:spPr>
            <a:xfrm flipV="1">
              <a:off x="11680920" y="0"/>
              <a:ext cx="360" cy="6705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9" name="Line 22"/>
            <p:cNvSpPr/>
            <p:nvPr/>
          </p:nvSpPr>
          <p:spPr>
            <a:xfrm>
              <a:off x="0" y="304560"/>
              <a:ext cx="12188520" cy="360"/>
            </a:xfrm>
            <a:prstGeom prst="line">
              <a:avLst/>
            </a:prstGeom>
            <a:ln w="381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0" name="Line 23"/>
            <p:cNvSpPr/>
            <p:nvPr/>
          </p:nvSpPr>
          <p:spPr>
            <a:xfrm flipH="1">
              <a:off x="7617960" y="457200"/>
              <a:ext cx="4570560" cy="36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1" name="Line 24"/>
            <p:cNvSpPr/>
            <p:nvPr/>
          </p:nvSpPr>
          <p:spPr>
            <a:xfrm flipV="1">
              <a:off x="7617960" y="0"/>
              <a:ext cx="360" cy="45720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2" name="Line 25"/>
            <p:cNvSpPr/>
            <p:nvPr/>
          </p:nvSpPr>
          <p:spPr>
            <a:xfrm>
              <a:off x="11680920" y="1981080"/>
              <a:ext cx="50760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3" name="Line 26"/>
            <p:cNvSpPr/>
            <p:nvPr/>
          </p:nvSpPr>
          <p:spPr>
            <a:xfrm>
              <a:off x="1320120" y="0"/>
              <a:ext cx="360" cy="106668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4" name="Line 27"/>
            <p:cNvSpPr/>
            <p:nvPr/>
          </p:nvSpPr>
          <p:spPr>
            <a:xfrm flipH="1">
              <a:off x="0" y="1066680"/>
              <a:ext cx="1320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5" name="Line 30"/>
            <p:cNvSpPr/>
            <p:nvPr/>
          </p:nvSpPr>
          <p:spPr>
            <a:xfrm flipH="1">
              <a:off x="0" y="5257800"/>
              <a:ext cx="609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6" name="Line 31"/>
            <p:cNvSpPr/>
            <p:nvPr/>
          </p:nvSpPr>
          <p:spPr>
            <a:xfrm flipH="1">
              <a:off x="0" y="5410080"/>
              <a:ext cx="609120" cy="360"/>
            </a:xfrm>
            <a:prstGeom prst="line">
              <a:avLst/>
            </a:prstGeom>
            <a:ln w="28575">
              <a:solidFill>
                <a:srgbClr val="92278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1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1522440" y="1828800"/>
            <a:ext cx="468432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6442200" y="1828800"/>
            <a:ext cx="468432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1522440" y="4017960"/>
            <a:ext cx="468432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body"/>
          </p:nvPr>
        </p:nvSpPr>
        <p:spPr>
          <a:xfrm>
            <a:off x="6442200" y="4017960"/>
            <a:ext cx="468432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31"/>
          <p:cNvGrpSpPr/>
          <p:nvPr/>
        </p:nvGrpSpPr>
        <p:grpSpPr>
          <a:xfrm>
            <a:off x="0" y="0"/>
            <a:ext cx="12188520" cy="6858000"/>
            <a:chOff x="0" y="0"/>
            <a:chExt cx="12188520" cy="6858000"/>
          </a:xfrm>
        </p:grpSpPr>
        <p:sp>
          <p:nvSpPr>
            <p:cNvPr id="183" name="Rectangle 8"/>
            <p:cNvSpPr/>
            <p:nvPr/>
          </p:nvSpPr>
          <p:spPr>
            <a:xfrm>
              <a:off x="4164480" y="6705720"/>
              <a:ext cx="8023320" cy="151200"/>
            </a:xfrm>
            <a:prstGeom prst="rect">
              <a:avLst/>
            </a:prstGeom>
            <a:gradFill rotWithShape="0">
              <a:gsLst>
                <a:gs pos="0">
                  <a:srgbClr val="daedfb"/>
                </a:gs>
                <a:gs pos="100000">
                  <a:srgbClr val="1480d1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4" name="Rectangle 9"/>
            <p:cNvSpPr/>
            <p:nvPr/>
          </p:nvSpPr>
          <p:spPr>
            <a:xfrm>
              <a:off x="11680920" y="1981080"/>
              <a:ext cx="506880" cy="4266000"/>
            </a:xfrm>
            <a:prstGeom prst="rect">
              <a:avLst/>
            </a:prstGeom>
            <a:gradFill rotWithShape="0">
              <a:gsLst>
                <a:gs pos="0">
                  <a:srgbClr val="e8cde7"/>
                </a:gs>
                <a:gs pos="100000">
                  <a:srgbClr val="ba69b8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5" name="Rectangle 10"/>
            <p:cNvSpPr/>
            <p:nvPr/>
          </p:nvSpPr>
          <p:spPr>
            <a:xfrm>
              <a:off x="0" y="5257800"/>
              <a:ext cx="608400" cy="151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6" name="Rectangle 11"/>
            <p:cNvSpPr/>
            <p:nvPr/>
          </p:nvSpPr>
          <p:spPr>
            <a:xfrm>
              <a:off x="0" y="5410080"/>
              <a:ext cx="608400" cy="14468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7" name="Rectangle 12"/>
            <p:cNvSpPr/>
            <p:nvPr/>
          </p:nvSpPr>
          <p:spPr>
            <a:xfrm>
              <a:off x="11680920" y="0"/>
              <a:ext cx="506880" cy="19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8" name="Rectangle 13"/>
            <p:cNvSpPr/>
            <p:nvPr/>
          </p:nvSpPr>
          <p:spPr>
            <a:xfrm>
              <a:off x="7617960" y="0"/>
              <a:ext cx="4061880" cy="3038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755dd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9" name="Rectangle 14"/>
            <p:cNvSpPr/>
            <p:nvPr/>
          </p:nvSpPr>
          <p:spPr>
            <a:xfrm>
              <a:off x="609480" y="304920"/>
              <a:ext cx="709920" cy="761040"/>
            </a:xfrm>
            <a:prstGeom prst="rect">
              <a:avLst/>
            </a:prstGeom>
            <a:solidFill>
              <a:schemeClr val="lt2">
                <a:lumMod val="50000"/>
                <a:alpha val="50000"/>
              </a:schemeClr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0" name="Rectangle 15"/>
            <p:cNvSpPr/>
            <p:nvPr/>
          </p:nvSpPr>
          <p:spPr>
            <a:xfrm>
              <a:off x="0" y="1066680"/>
              <a:ext cx="608400" cy="4190040"/>
            </a:xfrm>
            <a:prstGeom prst="rect">
              <a:avLst/>
            </a:prstGeom>
            <a:gradFill rotWithShape="0">
              <a:gsLst>
                <a:gs pos="0">
                  <a:srgbClr val="7e6583"/>
                </a:gs>
                <a:gs pos="100000">
                  <a:srgbClr val="ffffff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1" name="Rectangle 16"/>
            <p:cNvSpPr/>
            <p:nvPr/>
          </p:nvSpPr>
          <p:spPr>
            <a:xfrm>
              <a:off x="0" y="304920"/>
              <a:ext cx="608400" cy="7610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2" name="Rectangle 17"/>
            <p:cNvSpPr/>
            <p:nvPr/>
          </p:nvSpPr>
          <p:spPr>
            <a:xfrm>
              <a:off x="0" y="0"/>
              <a:ext cx="1319400" cy="3038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92278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3" name="Rectangle 18"/>
            <p:cNvSpPr/>
            <p:nvPr/>
          </p:nvSpPr>
          <p:spPr>
            <a:xfrm>
              <a:off x="1320480" y="0"/>
              <a:ext cx="6296400" cy="303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4" name="Line 19"/>
            <p:cNvSpPr/>
            <p:nvPr/>
          </p:nvSpPr>
          <p:spPr>
            <a:xfrm flipV="1">
              <a:off x="609120" y="304560"/>
              <a:ext cx="360" cy="6553440"/>
            </a:xfrm>
            <a:prstGeom prst="line">
              <a:avLst/>
            </a:prstGeom>
            <a:ln w="762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5" name="Line 20"/>
            <p:cNvSpPr/>
            <p:nvPr/>
          </p:nvSpPr>
          <p:spPr>
            <a:xfrm>
              <a:off x="609120" y="6705360"/>
              <a:ext cx="11579400" cy="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6" name="Line 21"/>
            <p:cNvSpPr/>
            <p:nvPr/>
          </p:nvSpPr>
          <p:spPr>
            <a:xfrm flipV="1">
              <a:off x="11680920" y="0"/>
              <a:ext cx="360" cy="6705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7" name="Line 22"/>
            <p:cNvSpPr/>
            <p:nvPr/>
          </p:nvSpPr>
          <p:spPr>
            <a:xfrm>
              <a:off x="0" y="304560"/>
              <a:ext cx="12188520" cy="360"/>
            </a:xfrm>
            <a:prstGeom prst="line">
              <a:avLst/>
            </a:prstGeom>
            <a:ln w="381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8" name="Line 23"/>
            <p:cNvSpPr/>
            <p:nvPr/>
          </p:nvSpPr>
          <p:spPr>
            <a:xfrm flipH="1">
              <a:off x="7617960" y="457200"/>
              <a:ext cx="4570560" cy="36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9" name="Line 24"/>
            <p:cNvSpPr/>
            <p:nvPr/>
          </p:nvSpPr>
          <p:spPr>
            <a:xfrm flipV="1">
              <a:off x="7617960" y="0"/>
              <a:ext cx="360" cy="45720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0" name="Line 25"/>
            <p:cNvSpPr/>
            <p:nvPr/>
          </p:nvSpPr>
          <p:spPr>
            <a:xfrm>
              <a:off x="11680920" y="1981080"/>
              <a:ext cx="50760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1" name="Line 26"/>
            <p:cNvSpPr/>
            <p:nvPr/>
          </p:nvSpPr>
          <p:spPr>
            <a:xfrm>
              <a:off x="1320120" y="0"/>
              <a:ext cx="360" cy="106668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2" name="Line 27"/>
            <p:cNvSpPr/>
            <p:nvPr/>
          </p:nvSpPr>
          <p:spPr>
            <a:xfrm flipH="1">
              <a:off x="0" y="1066680"/>
              <a:ext cx="1320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3" name="Line 30"/>
            <p:cNvSpPr/>
            <p:nvPr/>
          </p:nvSpPr>
          <p:spPr>
            <a:xfrm flipH="1">
              <a:off x="0" y="5257800"/>
              <a:ext cx="609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4" name="Line 31"/>
            <p:cNvSpPr/>
            <p:nvPr/>
          </p:nvSpPr>
          <p:spPr>
            <a:xfrm flipH="1">
              <a:off x="0" y="5410080"/>
              <a:ext cx="609120" cy="360"/>
            </a:xfrm>
            <a:prstGeom prst="line">
              <a:avLst/>
            </a:prstGeom>
            <a:ln w="28575">
              <a:solidFill>
                <a:srgbClr val="92278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1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1522440" y="1828800"/>
            <a:ext cx="309060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768560" y="1828800"/>
            <a:ext cx="309060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8015040" y="1828800"/>
            <a:ext cx="309060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body"/>
          </p:nvPr>
        </p:nvSpPr>
        <p:spPr>
          <a:xfrm>
            <a:off x="1522440" y="4017960"/>
            <a:ext cx="309060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6"/>
          <p:cNvSpPr>
            <a:spLocks noGrp="1"/>
          </p:cNvSpPr>
          <p:nvPr>
            <p:ph type="body"/>
          </p:nvPr>
        </p:nvSpPr>
        <p:spPr>
          <a:xfrm>
            <a:off x="4768560" y="4017960"/>
            <a:ext cx="309060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7"/>
          <p:cNvSpPr>
            <a:spLocks noGrp="1"/>
          </p:cNvSpPr>
          <p:nvPr>
            <p:ph type="body"/>
          </p:nvPr>
        </p:nvSpPr>
        <p:spPr>
          <a:xfrm>
            <a:off x="8015040" y="4017960"/>
            <a:ext cx="3090600" cy="19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roup 31"/>
          <p:cNvGrpSpPr/>
          <p:nvPr/>
        </p:nvGrpSpPr>
        <p:grpSpPr>
          <a:xfrm>
            <a:off x="0" y="0"/>
            <a:ext cx="12188520" cy="6858000"/>
            <a:chOff x="0" y="0"/>
            <a:chExt cx="12188520" cy="6858000"/>
          </a:xfrm>
        </p:grpSpPr>
        <p:sp>
          <p:nvSpPr>
            <p:cNvPr id="213" name="Rectangle 8"/>
            <p:cNvSpPr/>
            <p:nvPr/>
          </p:nvSpPr>
          <p:spPr>
            <a:xfrm>
              <a:off x="4164480" y="6705720"/>
              <a:ext cx="8023320" cy="151200"/>
            </a:xfrm>
            <a:prstGeom prst="rect">
              <a:avLst/>
            </a:prstGeom>
            <a:gradFill rotWithShape="0">
              <a:gsLst>
                <a:gs pos="0">
                  <a:srgbClr val="daedfb"/>
                </a:gs>
                <a:gs pos="100000">
                  <a:srgbClr val="1480d1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4" name="Rectangle 9"/>
            <p:cNvSpPr/>
            <p:nvPr/>
          </p:nvSpPr>
          <p:spPr>
            <a:xfrm>
              <a:off x="11680920" y="1981080"/>
              <a:ext cx="506880" cy="4266000"/>
            </a:xfrm>
            <a:prstGeom prst="rect">
              <a:avLst/>
            </a:prstGeom>
            <a:gradFill rotWithShape="0">
              <a:gsLst>
                <a:gs pos="0">
                  <a:srgbClr val="e8cde7"/>
                </a:gs>
                <a:gs pos="100000">
                  <a:srgbClr val="ba69b8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5" name="Rectangle 10"/>
            <p:cNvSpPr/>
            <p:nvPr/>
          </p:nvSpPr>
          <p:spPr>
            <a:xfrm>
              <a:off x="0" y="5257800"/>
              <a:ext cx="608400" cy="151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6" name="Rectangle 11"/>
            <p:cNvSpPr/>
            <p:nvPr/>
          </p:nvSpPr>
          <p:spPr>
            <a:xfrm>
              <a:off x="0" y="5410080"/>
              <a:ext cx="608400" cy="14468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7" name="Rectangle 12"/>
            <p:cNvSpPr/>
            <p:nvPr/>
          </p:nvSpPr>
          <p:spPr>
            <a:xfrm>
              <a:off x="11680920" y="0"/>
              <a:ext cx="506880" cy="19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8" name="Rectangle 13"/>
            <p:cNvSpPr/>
            <p:nvPr/>
          </p:nvSpPr>
          <p:spPr>
            <a:xfrm>
              <a:off x="7617960" y="0"/>
              <a:ext cx="4061880" cy="3038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755dd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9" name="Rectangle 14"/>
            <p:cNvSpPr/>
            <p:nvPr/>
          </p:nvSpPr>
          <p:spPr>
            <a:xfrm>
              <a:off x="609480" y="304920"/>
              <a:ext cx="709920" cy="761040"/>
            </a:xfrm>
            <a:prstGeom prst="rect">
              <a:avLst/>
            </a:prstGeom>
            <a:solidFill>
              <a:schemeClr val="lt2">
                <a:lumMod val="50000"/>
                <a:alpha val="50000"/>
              </a:schemeClr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0" name="Rectangle 15"/>
            <p:cNvSpPr/>
            <p:nvPr/>
          </p:nvSpPr>
          <p:spPr>
            <a:xfrm>
              <a:off x="0" y="1066680"/>
              <a:ext cx="608400" cy="4190040"/>
            </a:xfrm>
            <a:prstGeom prst="rect">
              <a:avLst/>
            </a:prstGeom>
            <a:gradFill rotWithShape="0">
              <a:gsLst>
                <a:gs pos="0">
                  <a:srgbClr val="7e6583"/>
                </a:gs>
                <a:gs pos="100000">
                  <a:srgbClr val="ffffff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1" name="Rectangle 16"/>
            <p:cNvSpPr/>
            <p:nvPr/>
          </p:nvSpPr>
          <p:spPr>
            <a:xfrm>
              <a:off x="0" y="304920"/>
              <a:ext cx="608400" cy="7610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2" name="Rectangle 17"/>
            <p:cNvSpPr/>
            <p:nvPr/>
          </p:nvSpPr>
          <p:spPr>
            <a:xfrm>
              <a:off x="0" y="0"/>
              <a:ext cx="1319400" cy="3038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92278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3" name="Rectangle 18"/>
            <p:cNvSpPr/>
            <p:nvPr/>
          </p:nvSpPr>
          <p:spPr>
            <a:xfrm>
              <a:off x="1320480" y="0"/>
              <a:ext cx="6296400" cy="303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4" name="Line 19"/>
            <p:cNvSpPr/>
            <p:nvPr/>
          </p:nvSpPr>
          <p:spPr>
            <a:xfrm flipV="1">
              <a:off x="609120" y="304560"/>
              <a:ext cx="360" cy="6553440"/>
            </a:xfrm>
            <a:prstGeom prst="line">
              <a:avLst/>
            </a:prstGeom>
            <a:ln w="762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5" name="Line 20"/>
            <p:cNvSpPr/>
            <p:nvPr/>
          </p:nvSpPr>
          <p:spPr>
            <a:xfrm>
              <a:off x="609120" y="6705360"/>
              <a:ext cx="11579400" cy="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6" name="Line 21"/>
            <p:cNvSpPr/>
            <p:nvPr/>
          </p:nvSpPr>
          <p:spPr>
            <a:xfrm flipV="1">
              <a:off x="11680920" y="0"/>
              <a:ext cx="360" cy="6705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7" name="Line 22"/>
            <p:cNvSpPr/>
            <p:nvPr/>
          </p:nvSpPr>
          <p:spPr>
            <a:xfrm>
              <a:off x="0" y="304560"/>
              <a:ext cx="12188520" cy="360"/>
            </a:xfrm>
            <a:prstGeom prst="line">
              <a:avLst/>
            </a:prstGeom>
            <a:ln w="381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8" name="Line 23"/>
            <p:cNvSpPr/>
            <p:nvPr/>
          </p:nvSpPr>
          <p:spPr>
            <a:xfrm flipH="1">
              <a:off x="7617960" y="457200"/>
              <a:ext cx="4570560" cy="36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9" name="Line 24"/>
            <p:cNvSpPr/>
            <p:nvPr/>
          </p:nvSpPr>
          <p:spPr>
            <a:xfrm flipV="1">
              <a:off x="7617960" y="0"/>
              <a:ext cx="360" cy="45720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0" name="Line 25"/>
            <p:cNvSpPr/>
            <p:nvPr/>
          </p:nvSpPr>
          <p:spPr>
            <a:xfrm>
              <a:off x="11680920" y="1981080"/>
              <a:ext cx="50760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1" name="Line 26"/>
            <p:cNvSpPr/>
            <p:nvPr/>
          </p:nvSpPr>
          <p:spPr>
            <a:xfrm>
              <a:off x="1320120" y="0"/>
              <a:ext cx="360" cy="106668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2" name="Line 27"/>
            <p:cNvSpPr/>
            <p:nvPr/>
          </p:nvSpPr>
          <p:spPr>
            <a:xfrm flipH="1">
              <a:off x="0" y="1066680"/>
              <a:ext cx="1320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3" name="Line 30"/>
            <p:cNvSpPr/>
            <p:nvPr/>
          </p:nvSpPr>
          <p:spPr>
            <a:xfrm flipH="1">
              <a:off x="0" y="5257800"/>
              <a:ext cx="609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4" name="Line 31"/>
            <p:cNvSpPr/>
            <p:nvPr/>
          </p:nvSpPr>
          <p:spPr>
            <a:xfrm flipH="1">
              <a:off x="0" y="5410080"/>
              <a:ext cx="609120" cy="360"/>
            </a:xfrm>
            <a:prstGeom prst="line">
              <a:avLst/>
            </a:prstGeom>
            <a:ln w="28575">
              <a:solidFill>
                <a:srgbClr val="92278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roup 31"/>
          <p:cNvGrpSpPr/>
          <p:nvPr/>
        </p:nvGrpSpPr>
        <p:grpSpPr>
          <a:xfrm>
            <a:off x="0" y="0"/>
            <a:ext cx="12188520" cy="6858000"/>
            <a:chOff x="0" y="0"/>
            <a:chExt cx="12188520" cy="6858000"/>
          </a:xfrm>
        </p:grpSpPr>
        <p:sp>
          <p:nvSpPr>
            <p:cNvPr id="238" name="Rectangle 8"/>
            <p:cNvSpPr/>
            <p:nvPr/>
          </p:nvSpPr>
          <p:spPr>
            <a:xfrm>
              <a:off x="4164480" y="6705720"/>
              <a:ext cx="8023320" cy="151200"/>
            </a:xfrm>
            <a:prstGeom prst="rect">
              <a:avLst/>
            </a:prstGeom>
            <a:gradFill rotWithShape="0">
              <a:gsLst>
                <a:gs pos="0">
                  <a:srgbClr val="daedfb"/>
                </a:gs>
                <a:gs pos="100000">
                  <a:srgbClr val="1480d1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9" name="Rectangle 9"/>
            <p:cNvSpPr/>
            <p:nvPr/>
          </p:nvSpPr>
          <p:spPr>
            <a:xfrm>
              <a:off x="11680920" y="1981080"/>
              <a:ext cx="506880" cy="4266000"/>
            </a:xfrm>
            <a:prstGeom prst="rect">
              <a:avLst/>
            </a:prstGeom>
            <a:gradFill rotWithShape="0">
              <a:gsLst>
                <a:gs pos="0">
                  <a:srgbClr val="e8cde7"/>
                </a:gs>
                <a:gs pos="100000">
                  <a:srgbClr val="ba69b8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0" name="Rectangle 10"/>
            <p:cNvSpPr/>
            <p:nvPr/>
          </p:nvSpPr>
          <p:spPr>
            <a:xfrm>
              <a:off x="0" y="5257800"/>
              <a:ext cx="608400" cy="151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1" name="Rectangle 11"/>
            <p:cNvSpPr/>
            <p:nvPr/>
          </p:nvSpPr>
          <p:spPr>
            <a:xfrm>
              <a:off x="0" y="5410080"/>
              <a:ext cx="608400" cy="14468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2" name="Rectangle 12"/>
            <p:cNvSpPr/>
            <p:nvPr/>
          </p:nvSpPr>
          <p:spPr>
            <a:xfrm>
              <a:off x="11680920" y="0"/>
              <a:ext cx="506880" cy="19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3" name="Rectangle 13"/>
            <p:cNvSpPr/>
            <p:nvPr/>
          </p:nvSpPr>
          <p:spPr>
            <a:xfrm>
              <a:off x="7617960" y="0"/>
              <a:ext cx="4061880" cy="3038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755dd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4" name="Rectangle 14"/>
            <p:cNvSpPr/>
            <p:nvPr/>
          </p:nvSpPr>
          <p:spPr>
            <a:xfrm>
              <a:off x="609480" y="304920"/>
              <a:ext cx="709920" cy="761040"/>
            </a:xfrm>
            <a:prstGeom prst="rect">
              <a:avLst/>
            </a:prstGeom>
            <a:solidFill>
              <a:schemeClr val="lt2">
                <a:lumMod val="50000"/>
                <a:alpha val="50000"/>
              </a:schemeClr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5" name="Rectangle 15"/>
            <p:cNvSpPr/>
            <p:nvPr/>
          </p:nvSpPr>
          <p:spPr>
            <a:xfrm>
              <a:off x="0" y="1066680"/>
              <a:ext cx="608400" cy="4190040"/>
            </a:xfrm>
            <a:prstGeom prst="rect">
              <a:avLst/>
            </a:prstGeom>
            <a:gradFill rotWithShape="0">
              <a:gsLst>
                <a:gs pos="0">
                  <a:srgbClr val="7e6583"/>
                </a:gs>
                <a:gs pos="100000">
                  <a:srgbClr val="ffffff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6" name="Rectangle 16"/>
            <p:cNvSpPr/>
            <p:nvPr/>
          </p:nvSpPr>
          <p:spPr>
            <a:xfrm>
              <a:off x="0" y="304920"/>
              <a:ext cx="608400" cy="7610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7" name="Rectangle 17"/>
            <p:cNvSpPr/>
            <p:nvPr/>
          </p:nvSpPr>
          <p:spPr>
            <a:xfrm>
              <a:off x="0" y="0"/>
              <a:ext cx="1319400" cy="3038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92278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8" name="Rectangle 18"/>
            <p:cNvSpPr/>
            <p:nvPr/>
          </p:nvSpPr>
          <p:spPr>
            <a:xfrm>
              <a:off x="1320480" y="0"/>
              <a:ext cx="6296400" cy="303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9" name="Line 19"/>
            <p:cNvSpPr/>
            <p:nvPr/>
          </p:nvSpPr>
          <p:spPr>
            <a:xfrm flipV="1">
              <a:off x="609120" y="304560"/>
              <a:ext cx="360" cy="6553440"/>
            </a:xfrm>
            <a:prstGeom prst="line">
              <a:avLst/>
            </a:prstGeom>
            <a:ln w="762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0" name="Line 20"/>
            <p:cNvSpPr/>
            <p:nvPr/>
          </p:nvSpPr>
          <p:spPr>
            <a:xfrm>
              <a:off x="609120" y="6705360"/>
              <a:ext cx="11579400" cy="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1" name="Line 21"/>
            <p:cNvSpPr/>
            <p:nvPr/>
          </p:nvSpPr>
          <p:spPr>
            <a:xfrm flipV="1">
              <a:off x="11680920" y="0"/>
              <a:ext cx="360" cy="6705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2" name="Line 22"/>
            <p:cNvSpPr/>
            <p:nvPr/>
          </p:nvSpPr>
          <p:spPr>
            <a:xfrm>
              <a:off x="0" y="304560"/>
              <a:ext cx="12188520" cy="360"/>
            </a:xfrm>
            <a:prstGeom prst="line">
              <a:avLst/>
            </a:prstGeom>
            <a:ln w="381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3" name="Line 23"/>
            <p:cNvSpPr/>
            <p:nvPr/>
          </p:nvSpPr>
          <p:spPr>
            <a:xfrm flipH="1">
              <a:off x="7617960" y="457200"/>
              <a:ext cx="4570560" cy="36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4" name="Line 24"/>
            <p:cNvSpPr/>
            <p:nvPr/>
          </p:nvSpPr>
          <p:spPr>
            <a:xfrm flipV="1">
              <a:off x="7617960" y="0"/>
              <a:ext cx="360" cy="45720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5" name="Line 25"/>
            <p:cNvSpPr/>
            <p:nvPr/>
          </p:nvSpPr>
          <p:spPr>
            <a:xfrm>
              <a:off x="11680920" y="1981080"/>
              <a:ext cx="50760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6" name="Line 26"/>
            <p:cNvSpPr/>
            <p:nvPr/>
          </p:nvSpPr>
          <p:spPr>
            <a:xfrm>
              <a:off x="1320120" y="0"/>
              <a:ext cx="360" cy="106668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7" name="Line 27"/>
            <p:cNvSpPr/>
            <p:nvPr/>
          </p:nvSpPr>
          <p:spPr>
            <a:xfrm flipH="1">
              <a:off x="0" y="1066680"/>
              <a:ext cx="1320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8" name="Line 30"/>
            <p:cNvSpPr/>
            <p:nvPr/>
          </p:nvSpPr>
          <p:spPr>
            <a:xfrm flipH="1">
              <a:off x="0" y="5257800"/>
              <a:ext cx="609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9" name="Line 31"/>
            <p:cNvSpPr/>
            <p:nvPr/>
          </p:nvSpPr>
          <p:spPr>
            <a:xfrm flipH="1">
              <a:off x="0" y="5410080"/>
              <a:ext cx="609120" cy="360"/>
            </a:xfrm>
            <a:prstGeom prst="line">
              <a:avLst/>
            </a:prstGeom>
            <a:ln w="28575">
              <a:solidFill>
                <a:srgbClr val="92278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1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roup 31"/>
          <p:cNvGrpSpPr/>
          <p:nvPr/>
        </p:nvGrpSpPr>
        <p:grpSpPr>
          <a:xfrm>
            <a:off x="0" y="0"/>
            <a:ext cx="12188520" cy="6858000"/>
            <a:chOff x="0" y="0"/>
            <a:chExt cx="12188520" cy="6858000"/>
          </a:xfrm>
        </p:grpSpPr>
        <p:sp>
          <p:nvSpPr>
            <p:cNvPr id="262" name="Rectangle 8"/>
            <p:cNvSpPr/>
            <p:nvPr/>
          </p:nvSpPr>
          <p:spPr>
            <a:xfrm>
              <a:off x="4164480" y="6705720"/>
              <a:ext cx="8023320" cy="151200"/>
            </a:xfrm>
            <a:prstGeom prst="rect">
              <a:avLst/>
            </a:prstGeom>
            <a:gradFill rotWithShape="0">
              <a:gsLst>
                <a:gs pos="0">
                  <a:srgbClr val="daedfb"/>
                </a:gs>
                <a:gs pos="100000">
                  <a:srgbClr val="1480d1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3" name="Rectangle 9"/>
            <p:cNvSpPr/>
            <p:nvPr/>
          </p:nvSpPr>
          <p:spPr>
            <a:xfrm>
              <a:off x="11680920" y="1981080"/>
              <a:ext cx="506880" cy="4266000"/>
            </a:xfrm>
            <a:prstGeom prst="rect">
              <a:avLst/>
            </a:prstGeom>
            <a:gradFill rotWithShape="0">
              <a:gsLst>
                <a:gs pos="0">
                  <a:srgbClr val="e8cde7"/>
                </a:gs>
                <a:gs pos="100000">
                  <a:srgbClr val="ba69b8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4" name="Rectangle 10"/>
            <p:cNvSpPr/>
            <p:nvPr/>
          </p:nvSpPr>
          <p:spPr>
            <a:xfrm>
              <a:off x="0" y="5257800"/>
              <a:ext cx="608400" cy="151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5" name="Rectangle 11"/>
            <p:cNvSpPr/>
            <p:nvPr/>
          </p:nvSpPr>
          <p:spPr>
            <a:xfrm>
              <a:off x="0" y="5410080"/>
              <a:ext cx="608400" cy="14468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6" name="Rectangle 12"/>
            <p:cNvSpPr/>
            <p:nvPr/>
          </p:nvSpPr>
          <p:spPr>
            <a:xfrm>
              <a:off x="11680920" y="0"/>
              <a:ext cx="506880" cy="19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7" name="Rectangle 13"/>
            <p:cNvSpPr/>
            <p:nvPr/>
          </p:nvSpPr>
          <p:spPr>
            <a:xfrm>
              <a:off x="7617960" y="0"/>
              <a:ext cx="4061880" cy="3038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755dd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8" name="Rectangle 14"/>
            <p:cNvSpPr/>
            <p:nvPr/>
          </p:nvSpPr>
          <p:spPr>
            <a:xfrm>
              <a:off x="609480" y="304920"/>
              <a:ext cx="709920" cy="761040"/>
            </a:xfrm>
            <a:prstGeom prst="rect">
              <a:avLst/>
            </a:prstGeom>
            <a:solidFill>
              <a:schemeClr val="lt2">
                <a:lumMod val="50000"/>
                <a:alpha val="50000"/>
              </a:schemeClr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9" name="Rectangle 15"/>
            <p:cNvSpPr/>
            <p:nvPr/>
          </p:nvSpPr>
          <p:spPr>
            <a:xfrm>
              <a:off x="0" y="1066680"/>
              <a:ext cx="608400" cy="4190040"/>
            </a:xfrm>
            <a:prstGeom prst="rect">
              <a:avLst/>
            </a:prstGeom>
            <a:gradFill rotWithShape="0">
              <a:gsLst>
                <a:gs pos="0">
                  <a:srgbClr val="7e6583"/>
                </a:gs>
                <a:gs pos="100000">
                  <a:srgbClr val="ffffff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0" name="Rectangle 16"/>
            <p:cNvSpPr/>
            <p:nvPr/>
          </p:nvSpPr>
          <p:spPr>
            <a:xfrm>
              <a:off x="0" y="304920"/>
              <a:ext cx="608400" cy="7610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1" name="Rectangle 17"/>
            <p:cNvSpPr/>
            <p:nvPr/>
          </p:nvSpPr>
          <p:spPr>
            <a:xfrm>
              <a:off x="0" y="0"/>
              <a:ext cx="1319400" cy="3038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92278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2" name="Rectangle 18"/>
            <p:cNvSpPr/>
            <p:nvPr/>
          </p:nvSpPr>
          <p:spPr>
            <a:xfrm>
              <a:off x="1320480" y="0"/>
              <a:ext cx="6296400" cy="303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3" name="Line 19"/>
            <p:cNvSpPr/>
            <p:nvPr/>
          </p:nvSpPr>
          <p:spPr>
            <a:xfrm flipV="1">
              <a:off x="609120" y="304560"/>
              <a:ext cx="360" cy="6553440"/>
            </a:xfrm>
            <a:prstGeom prst="line">
              <a:avLst/>
            </a:prstGeom>
            <a:ln w="762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4" name="Line 20"/>
            <p:cNvSpPr/>
            <p:nvPr/>
          </p:nvSpPr>
          <p:spPr>
            <a:xfrm>
              <a:off x="609120" y="6705360"/>
              <a:ext cx="11579400" cy="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5" name="Line 21"/>
            <p:cNvSpPr/>
            <p:nvPr/>
          </p:nvSpPr>
          <p:spPr>
            <a:xfrm flipV="1">
              <a:off x="11680920" y="0"/>
              <a:ext cx="360" cy="6705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6" name="Line 22"/>
            <p:cNvSpPr/>
            <p:nvPr/>
          </p:nvSpPr>
          <p:spPr>
            <a:xfrm>
              <a:off x="0" y="304560"/>
              <a:ext cx="12188520" cy="360"/>
            </a:xfrm>
            <a:prstGeom prst="line">
              <a:avLst/>
            </a:prstGeom>
            <a:ln w="381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7" name="Line 23"/>
            <p:cNvSpPr/>
            <p:nvPr/>
          </p:nvSpPr>
          <p:spPr>
            <a:xfrm flipH="1">
              <a:off x="7617960" y="457200"/>
              <a:ext cx="4570560" cy="36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8" name="Line 24"/>
            <p:cNvSpPr/>
            <p:nvPr/>
          </p:nvSpPr>
          <p:spPr>
            <a:xfrm flipV="1">
              <a:off x="7617960" y="0"/>
              <a:ext cx="360" cy="45720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9" name="Line 25"/>
            <p:cNvSpPr/>
            <p:nvPr/>
          </p:nvSpPr>
          <p:spPr>
            <a:xfrm>
              <a:off x="11680920" y="1981080"/>
              <a:ext cx="50760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0" name="Line 26"/>
            <p:cNvSpPr/>
            <p:nvPr/>
          </p:nvSpPr>
          <p:spPr>
            <a:xfrm>
              <a:off x="1320120" y="0"/>
              <a:ext cx="360" cy="106668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1" name="Line 27"/>
            <p:cNvSpPr/>
            <p:nvPr/>
          </p:nvSpPr>
          <p:spPr>
            <a:xfrm flipH="1">
              <a:off x="0" y="1066680"/>
              <a:ext cx="1320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2" name="Line 30"/>
            <p:cNvSpPr/>
            <p:nvPr/>
          </p:nvSpPr>
          <p:spPr>
            <a:xfrm flipH="1">
              <a:off x="0" y="5257800"/>
              <a:ext cx="609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3" name="Line 31"/>
            <p:cNvSpPr/>
            <p:nvPr/>
          </p:nvSpPr>
          <p:spPr>
            <a:xfrm flipH="1">
              <a:off x="0" y="5410080"/>
              <a:ext cx="609120" cy="360"/>
            </a:xfrm>
            <a:prstGeom prst="line">
              <a:avLst/>
            </a:prstGeom>
            <a:ln w="28575">
              <a:solidFill>
                <a:srgbClr val="92278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1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1522440" y="1828800"/>
            <a:ext cx="9600120" cy="419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roup 31"/>
          <p:cNvGrpSpPr/>
          <p:nvPr/>
        </p:nvGrpSpPr>
        <p:grpSpPr>
          <a:xfrm>
            <a:off x="0" y="0"/>
            <a:ext cx="12188520" cy="6858000"/>
            <a:chOff x="0" y="0"/>
            <a:chExt cx="12188520" cy="6858000"/>
          </a:xfrm>
        </p:grpSpPr>
        <p:sp>
          <p:nvSpPr>
            <p:cNvPr id="287" name="Rectangle 8"/>
            <p:cNvSpPr/>
            <p:nvPr/>
          </p:nvSpPr>
          <p:spPr>
            <a:xfrm>
              <a:off x="4164480" y="6705720"/>
              <a:ext cx="8023320" cy="151200"/>
            </a:xfrm>
            <a:prstGeom prst="rect">
              <a:avLst/>
            </a:prstGeom>
            <a:gradFill rotWithShape="0">
              <a:gsLst>
                <a:gs pos="0">
                  <a:srgbClr val="daedfb"/>
                </a:gs>
                <a:gs pos="100000">
                  <a:srgbClr val="1480d1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8" name="Rectangle 9"/>
            <p:cNvSpPr/>
            <p:nvPr/>
          </p:nvSpPr>
          <p:spPr>
            <a:xfrm>
              <a:off x="11680920" y="1981080"/>
              <a:ext cx="506880" cy="4266000"/>
            </a:xfrm>
            <a:prstGeom prst="rect">
              <a:avLst/>
            </a:prstGeom>
            <a:gradFill rotWithShape="0">
              <a:gsLst>
                <a:gs pos="0">
                  <a:srgbClr val="e8cde7"/>
                </a:gs>
                <a:gs pos="100000">
                  <a:srgbClr val="ba69b8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9" name="Rectangle 10"/>
            <p:cNvSpPr/>
            <p:nvPr/>
          </p:nvSpPr>
          <p:spPr>
            <a:xfrm>
              <a:off x="0" y="5257800"/>
              <a:ext cx="608400" cy="151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0" name="Rectangle 11"/>
            <p:cNvSpPr/>
            <p:nvPr/>
          </p:nvSpPr>
          <p:spPr>
            <a:xfrm>
              <a:off x="0" y="5410080"/>
              <a:ext cx="608400" cy="14468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1" name="Rectangle 12"/>
            <p:cNvSpPr/>
            <p:nvPr/>
          </p:nvSpPr>
          <p:spPr>
            <a:xfrm>
              <a:off x="11680920" y="0"/>
              <a:ext cx="506880" cy="19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2" name="Rectangle 13"/>
            <p:cNvSpPr/>
            <p:nvPr/>
          </p:nvSpPr>
          <p:spPr>
            <a:xfrm>
              <a:off x="7617960" y="0"/>
              <a:ext cx="4061880" cy="3038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755dd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3" name="Rectangle 14"/>
            <p:cNvSpPr/>
            <p:nvPr/>
          </p:nvSpPr>
          <p:spPr>
            <a:xfrm>
              <a:off x="609480" y="304920"/>
              <a:ext cx="709920" cy="761040"/>
            </a:xfrm>
            <a:prstGeom prst="rect">
              <a:avLst/>
            </a:prstGeom>
            <a:solidFill>
              <a:schemeClr val="lt2">
                <a:lumMod val="50000"/>
                <a:alpha val="50000"/>
              </a:schemeClr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4" name="Rectangle 15"/>
            <p:cNvSpPr/>
            <p:nvPr/>
          </p:nvSpPr>
          <p:spPr>
            <a:xfrm>
              <a:off x="0" y="1066680"/>
              <a:ext cx="608400" cy="4190040"/>
            </a:xfrm>
            <a:prstGeom prst="rect">
              <a:avLst/>
            </a:prstGeom>
            <a:gradFill rotWithShape="0">
              <a:gsLst>
                <a:gs pos="0">
                  <a:srgbClr val="7e6583"/>
                </a:gs>
                <a:gs pos="100000">
                  <a:srgbClr val="ffffff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5" name="Rectangle 16"/>
            <p:cNvSpPr/>
            <p:nvPr/>
          </p:nvSpPr>
          <p:spPr>
            <a:xfrm>
              <a:off x="0" y="304920"/>
              <a:ext cx="608400" cy="7610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6" name="Rectangle 17"/>
            <p:cNvSpPr/>
            <p:nvPr/>
          </p:nvSpPr>
          <p:spPr>
            <a:xfrm>
              <a:off x="0" y="0"/>
              <a:ext cx="1319400" cy="3038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92278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7" name="Rectangle 18"/>
            <p:cNvSpPr/>
            <p:nvPr/>
          </p:nvSpPr>
          <p:spPr>
            <a:xfrm>
              <a:off x="1320480" y="0"/>
              <a:ext cx="6296400" cy="303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8" name="Line 19"/>
            <p:cNvSpPr/>
            <p:nvPr/>
          </p:nvSpPr>
          <p:spPr>
            <a:xfrm flipV="1">
              <a:off x="609120" y="304560"/>
              <a:ext cx="360" cy="6553440"/>
            </a:xfrm>
            <a:prstGeom prst="line">
              <a:avLst/>
            </a:prstGeom>
            <a:ln w="762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9" name="Line 20"/>
            <p:cNvSpPr/>
            <p:nvPr/>
          </p:nvSpPr>
          <p:spPr>
            <a:xfrm>
              <a:off x="609120" y="6705360"/>
              <a:ext cx="11579400" cy="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0" name="Line 21"/>
            <p:cNvSpPr/>
            <p:nvPr/>
          </p:nvSpPr>
          <p:spPr>
            <a:xfrm flipV="1">
              <a:off x="11680920" y="0"/>
              <a:ext cx="360" cy="6705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1" name="Line 22"/>
            <p:cNvSpPr/>
            <p:nvPr/>
          </p:nvSpPr>
          <p:spPr>
            <a:xfrm>
              <a:off x="0" y="304560"/>
              <a:ext cx="12188520" cy="360"/>
            </a:xfrm>
            <a:prstGeom prst="line">
              <a:avLst/>
            </a:prstGeom>
            <a:ln w="381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2" name="Line 23"/>
            <p:cNvSpPr/>
            <p:nvPr/>
          </p:nvSpPr>
          <p:spPr>
            <a:xfrm flipH="1">
              <a:off x="7617960" y="457200"/>
              <a:ext cx="4570560" cy="36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3" name="Line 24"/>
            <p:cNvSpPr/>
            <p:nvPr/>
          </p:nvSpPr>
          <p:spPr>
            <a:xfrm flipV="1">
              <a:off x="7617960" y="0"/>
              <a:ext cx="360" cy="45720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4" name="Line 25"/>
            <p:cNvSpPr/>
            <p:nvPr/>
          </p:nvSpPr>
          <p:spPr>
            <a:xfrm>
              <a:off x="11680920" y="1981080"/>
              <a:ext cx="50760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5" name="Line 26"/>
            <p:cNvSpPr/>
            <p:nvPr/>
          </p:nvSpPr>
          <p:spPr>
            <a:xfrm>
              <a:off x="1320120" y="0"/>
              <a:ext cx="360" cy="106668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6" name="Line 27"/>
            <p:cNvSpPr/>
            <p:nvPr/>
          </p:nvSpPr>
          <p:spPr>
            <a:xfrm flipH="1">
              <a:off x="0" y="1066680"/>
              <a:ext cx="1320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7" name="Line 30"/>
            <p:cNvSpPr/>
            <p:nvPr/>
          </p:nvSpPr>
          <p:spPr>
            <a:xfrm flipH="1">
              <a:off x="0" y="5257800"/>
              <a:ext cx="609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8" name="Line 31"/>
            <p:cNvSpPr/>
            <p:nvPr/>
          </p:nvSpPr>
          <p:spPr>
            <a:xfrm flipH="1">
              <a:off x="0" y="5410080"/>
              <a:ext cx="609120" cy="360"/>
            </a:xfrm>
            <a:prstGeom prst="line">
              <a:avLst/>
            </a:prstGeom>
            <a:ln w="28575">
              <a:solidFill>
                <a:srgbClr val="92278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1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1522440" y="1828800"/>
            <a:ext cx="4684320" cy="419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body"/>
          </p:nvPr>
        </p:nvSpPr>
        <p:spPr>
          <a:xfrm>
            <a:off x="6442200" y="1828800"/>
            <a:ext cx="4684320" cy="419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429840" y="783000"/>
            <a:ext cx="96001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 fontScale="77500" lnSpcReduction="1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632e62"/>
                </a:solidFill>
                <a:effectLst/>
                <a:uFillTx/>
                <a:latin typeface="Arial"/>
              </a:rPr>
              <a:t>    </a:t>
            </a:r>
            <a:br>
              <a:rPr sz="4400"/>
            </a:br>
            <a:r>
              <a:rPr b="0" lang="en-US" sz="3200" strike="noStrike" u="none">
                <a:solidFill>
                  <a:srgbClr val="632e62"/>
                </a:solidFill>
                <a:effectLst/>
                <a:uFillTx/>
                <a:latin typeface="Arial"/>
              </a:rPr>
              <a:t>   </a:t>
            </a:r>
            <a:r>
              <a:rPr b="0" lang="en-US" sz="3600" strike="noStrike" u="none">
                <a:solidFill>
                  <a:srgbClr val="632e62"/>
                </a:solidFill>
                <a:effectLst/>
                <a:uFillTx/>
                <a:latin typeface="Arial"/>
              </a:rPr>
              <a:t>BIKE RENTAL MANAGEMENT SYSTEM</a:t>
            </a:r>
            <a:br>
              <a:rPr sz="3600"/>
            </a:b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1293840" y="1354680"/>
            <a:ext cx="9600120" cy="410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7500" lnSpcReduction="19999"/>
          </a:bodyPr>
          <a:p>
            <a:pPr indent="0" algn="ctr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Department of Computer Science and Emerging Technologies (CS)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Noida Institute of Engineering and Technology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Submitted To:  </a:t>
            </a:r>
            <a:r>
              <a:rPr b="1" lang="en-US" sz="2400" strike="noStrike" u="none">
                <a:solidFill>
                  <a:srgbClr val="6e1d6b"/>
                </a:solidFill>
                <a:effectLst/>
                <a:uFillTx/>
                <a:latin typeface="Arial"/>
              </a:rPr>
              <a:t>Mr. Anshul Varshney (Assistant Professor)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Group Members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4" name="Table 5"/>
          <p:cNvGraphicFramePr/>
          <p:nvPr/>
        </p:nvGraphicFramePr>
        <p:xfrm>
          <a:off x="2049120" y="3528720"/>
          <a:ext cx="8345880" cy="2457000"/>
        </p:xfrm>
        <a:graphic>
          <a:graphicData uri="http://schemas.openxmlformats.org/drawingml/2006/table">
            <a:tbl>
              <a:tblPr/>
              <a:tblGrid>
                <a:gridCol w="1585440"/>
                <a:gridCol w="2008080"/>
                <a:gridCol w="2779200"/>
                <a:gridCol w="1973520"/>
              </a:tblGrid>
              <a:tr h="4914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Name of Member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2278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Roll Number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2278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Role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2278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Department n Section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2278f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Aditya Jadon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(Team Leader)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ccd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2301330120009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ccd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Front End &amp; Database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ccd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CS-A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ccdb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Vishal Sinha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2301330120117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Back end 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CS-B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d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Vikash Vaibhav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ccd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2301330120116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ccd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Back end 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ccd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CS-B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ccdb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Arihant Kumar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2301330120028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Documentation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CS-A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d"/>
                    </a:solidFill>
                  </a:tcPr>
                </a:tc>
              </a:tr>
            </a:tbl>
          </a:graphicData>
        </a:graphic>
      </p:graphicFrame>
      <p:pic>
        <p:nvPicPr>
          <p:cNvPr id="315" name="Picture 1" descr="A black and red logo&#10;&#10;Description automatically generated"/>
          <p:cNvPicPr/>
          <p:nvPr/>
        </p:nvPicPr>
        <p:blipFill>
          <a:blip r:embed="rId1"/>
          <a:stretch/>
        </p:blipFill>
        <p:spPr>
          <a:xfrm>
            <a:off x="9046800" y="738360"/>
            <a:ext cx="2208600" cy="94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PlaceHolder 3"/>
          <p:cNvSpPr>
            <a:spLocks noGrp="1"/>
          </p:cNvSpPr>
          <p:nvPr>
            <p:ph type="ftr" idx="1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ftr" idx="2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Rectangle 1"/>
          <p:cNvSpPr/>
          <p:nvPr/>
        </p:nvSpPr>
        <p:spPr>
          <a:xfrm>
            <a:off x="1497960" y="948960"/>
            <a:ext cx="9192240" cy="35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Abstract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There is growing demand for flexible and affordable transportation.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Current rental systems lack automation and real-time tracking.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Problem: Current rental systems lack automation and real-time tracking.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Solution: A web-based system for booking, renting, and managing bikes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Technologies used: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HTML, CSS, JavaScript, PHP, Bootstrap, MySQL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Expected output: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Efficient, user-friendly rental management platform.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ftr" idx="3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Rectangle 1"/>
          <p:cNvSpPr/>
          <p:nvPr/>
        </p:nvSpPr>
        <p:spPr>
          <a:xfrm>
            <a:off x="1850760" y="872280"/>
            <a:ext cx="8486280" cy="35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Introduction / Background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Bike rentals are increasingly popular for daily commuters and tourists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Manual booking systems cause delays and errors.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Need for a centralized web-based system for managing users, bookings, and payments.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Scope: Online registration, bike availability check, booking, billing, and admin dashboard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ftr" idx="4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Rectangle 1"/>
          <p:cNvSpPr/>
          <p:nvPr/>
        </p:nvSpPr>
        <p:spPr>
          <a:xfrm>
            <a:off x="1568880" y="849240"/>
            <a:ext cx="9050040" cy="27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Problem Statement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Existing manual/partial digital systems are time-consuming and error-prone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Lack of real-time bike availability updates.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 proper system for user authentication, billing, or tracking.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ftr" idx="5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Rectangle 1"/>
          <p:cNvSpPr/>
          <p:nvPr/>
        </p:nvSpPr>
        <p:spPr>
          <a:xfrm>
            <a:off x="1449720" y="789840"/>
            <a:ext cx="9288000" cy="31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Objectives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To design a user-friendly bike rental web system.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To provide real-time availability of bikes.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To automate booking, payment, and return process.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To develop an admin panel for managing bikes, customers, and reports.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To ensure secure user authentication and transaction management.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ftr" idx="6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Rectangle 1"/>
          <p:cNvSpPr/>
          <p:nvPr/>
        </p:nvSpPr>
        <p:spPr>
          <a:xfrm>
            <a:off x="1554480" y="852120"/>
            <a:ext cx="9078840" cy="365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Literature Review / Existing System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Traditional bike rental shops still use manual registers for customer details, manual billing, paper agreement by giving a slip having bike and customer details etc..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This causes errors in calculation, and no data analytics (owners don’t know usage trends and peak times.)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ftr" idx="7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Rectangle 1"/>
          <p:cNvSpPr/>
          <p:nvPr/>
        </p:nvSpPr>
        <p:spPr>
          <a:xfrm>
            <a:off x="1449360" y="828360"/>
            <a:ext cx="9289080" cy="365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Century Gothic"/>
                <a:ea typeface="DejaVu Sans"/>
              </a:rPr>
              <a:t>System Architecture / Design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Frontend: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HTML, CSS, JavaScript.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Backend: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PHP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Database: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MySQL.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Workflow: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User Request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Wingdings"/>
                <a:ea typeface="DejaVu Sans"/>
              </a:rPr>
              <a:t>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Backend Processing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Wingdings"/>
                <a:ea typeface="DejaVu Sans"/>
              </a:rPr>
              <a:t>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DB Query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Wingdings"/>
                <a:ea typeface="DejaVu Sans"/>
              </a:rPr>
              <a:t>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Response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Wingdings"/>
                <a:ea typeface="DejaVu Sans"/>
              </a:rPr>
              <a:t>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UI Display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entury Gothic"/>
                <a:ea typeface="DejaVu Sans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ftr" idx="8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Rectangle 1"/>
          <p:cNvSpPr/>
          <p:nvPr/>
        </p:nvSpPr>
        <p:spPr>
          <a:xfrm>
            <a:off x="2646360" y="764640"/>
            <a:ext cx="8658000" cy="44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Methodology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Steps in development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Requirement Analysis 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Wingdings"/>
                <a:ea typeface="DejaVu Sans"/>
              </a:rPr>
              <a:t>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System Design 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Wingdings"/>
                <a:ea typeface="DejaVu Sans"/>
              </a:rPr>
              <a:t>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Development 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Wingdings"/>
                <a:ea typeface="DejaVu Sans"/>
              </a:rPr>
              <a:t>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Implementation 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Wingdings"/>
                <a:ea typeface="DejaVu Sans"/>
              </a:rPr>
              <a:t>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Testing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entury Gothic"/>
                <a:ea typeface="DejaVu Sans"/>
              </a:rPr>
              <a:t> 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Wingdings"/>
                <a:ea typeface="DejaVu Sans"/>
              </a:rPr>
              <a:t>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entury Gothic"/>
                <a:ea typeface="DejaVu Sans"/>
              </a:rPr>
              <a:t> 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Deployment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entury Gothic"/>
                <a:ea typeface="DejaVu Sans"/>
              </a:rPr>
              <a:t>                                                                                        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Tools and programming languages :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HTML, CSS, JavaScript, Bootstrap and PHP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Database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: MySQL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ftr" idx="9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Rectangle 1"/>
          <p:cNvSpPr/>
          <p:nvPr/>
        </p:nvSpPr>
        <p:spPr>
          <a:xfrm>
            <a:off x="1622160" y="733680"/>
            <a:ext cx="9742680" cy="35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Hardware &amp; Software Requirements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Hardware: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A working PC, Laptop, or Mobile Phone with internet connection.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Software: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OS: Windows &amp; Linux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IDE: VS Code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DBMS: MySQL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ftr" idx="10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Rectangle 2"/>
          <p:cNvSpPr/>
          <p:nvPr/>
        </p:nvSpPr>
        <p:spPr>
          <a:xfrm>
            <a:off x="1951920" y="884520"/>
            <a:ext cx="828396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Expected Output / Results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5" name="Picture 1" descr=""/>
          <p:cNvPicPr/>
          <p:nvPr/>
        </p:nvPicPr>
        <p:blipFill>
          <a:blip r:embed="rId1"/>
          <a:stretch/>
        </p:blipFill>
        <p:spPr>
          <a:xfrm>
            <a:off x="3296520" y="1764720"/>
            <a:ext cx="5594400" cy="4207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ftr" idx="11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7" name="" descr=""/>
          <p:cNvPicPr/>
          <p:nvPr/>
        </p:nvPicPr>
        <p:blipFill>
          <a:blip r:embed="rId1"/>
          <a:stretch/>
        </p:blipFill>
        <p:spPr>
          <a:xfrm>
            <a:off x="24120" y="10800"/>
            <a:ext cx="12187800" cy="685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ftr" idx="12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9" name="" descr=""/>
          <p:cNvPicPr/>
          <p:nvPr/>
        </p:nvPicPr>
        <p:blipFill>
          <a:blip r:embed="rId1"/>
          <a:stretch/>
        </p:blipFill>
        <p:spPr>
          <a:xfrm>
            <a:off x="24120" y="10800"/>
            <a:ext cx="12187800" cy="685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ftr" idx="13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1" name="" descr=""/>
          <p:cNvPicPr/>
          <p:nvPr/>
        </p:nvPicPr>
        <p:blipFill>
          <a:blip r:embed="rId1"/>
          <a:stretch/>
        </p:blipFill>
        <p:spPr>
          <a:xfrm>
            <a:off x="24120" y="10800"/>
            <a:ext cx="12187800" cy="685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ftr" idx="14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3" name="" descr=""/>
          <p:cNvPicPr/>
          <p:nvPr/>
        </p:nvPicPr>
        <p:blipFill>
          <a:blip r:embed="rId1"/>
          <a:stretch/>
        </p:blipFill>
        <p:spPr>
          <a:xfrm>
            <a:off x="24120" y="10800"/>
            <a:ext cx="12187800" cy="685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ftr" idx="15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5" name="" descr=""/>
          <p:cNvPicPr/>
          <p:nvPr/>
        </p:nvPicPr>
        <p:blipFill>
          <a:blip r:embed="rId1"/>
          <a:stretch/>
        </p:blipFill>
        <p:spPr>
          <a:xfrm>
            <a:off x="24120" y="10800"/>
            <a:ext cx="12187800" cy="685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ftr" idx="16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Rectangle 1"/>
          <p:cNvSpPr/>
          <p:nvPr/>
        </p:nvSpPr>
        <p:spPr>
          <a:xfrm>
            <a:off x="1902600" y="835560"/>
            <a:ext cx="609192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Century Gothic"/>
                <a:ea typeface="DejaVu Sans"/>
              </a:rPr>
              <a:t>Applications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Century Gothic"/>
                <a:ea typeface="DejaVu Sans"/>
              </a:rPr>
              <a:t>Bike rental shops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Century Gothic"/>
                <a:ea typeface="DejaVu Sans"/>
              </a:rPr>
              <a:t>Tourist agencies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Century Gothic"/>
                <a:ea typeface="DejaVu Sans"/>
              </a:rPr>
              <a:t>Solo Travellers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ftr" idx="17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Rectangle 1"/>
          <p:cNvSpPr/>
          <p:nvPr/>
        </p:nvSpPr>
        <p:spPr>
          <a:xfrm>
            <a:off x="2604240" y="937080"/>
            <a:ext cx="8065440" cy="46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Future Enhancements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Emergency Mode:-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If the user’s bike breaks down mid-ride →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 shows nearest mechanic or replacement bike station.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SOS button to request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emergency pickup or alternative ride.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Weather Based Suggestions:-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 shows warnings like: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-Rain expected in 30 minutes.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-Strong winds, consider postponing ride.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ftr" idx="18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Rectangle 1"/>
          <p:cNvSpPr/>
          <p:nvPr/>
        </p:nvSpPr>
        <p:spPr>
          <a:xfrm>
            <a:off x="2028240" y="1227600"/>
            <a:ext cx="8131680" cy="182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References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[1]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entury Gothic"/>
                <a:ea typeface="DejaVu Sans"/>
              </a:rPr>
              <a:t> GitHub having Bike rental system projects:  </a:t>
            </a:r>
            <a:r>
              <a:rPr b="0" lang="en-IN" sz="1200" strike="noStrike" u="sng">
                <a:solidFill>
                  <a:srgbClr val="000000"/>
                </a:solidFill>
                <a:effectLst/>
                <a:uFillTx/>
                <a:latin typeface="Century Gothic"/>
                <a:ea typeface="DejaVu Sans"/>
              </a:rPr>
              <a:t>sabbir-hossain-abir/Bike-Rental-System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[2]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entury Gothic"/>
                <a:ea typeface="DejaVu Sans"/>
              </a:rPr>
              <a:t>Websites having Bike Rental Service:  https://bikerentalmanager.com/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/>
          </p:nvPr>
        </p:nvSpPr>
        <p:spPr>
          <a:xfrm>
            <a:off x="1379520" y="2666880"/>
            <a:ext cx="9600120" cy="419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3920" indent="-223920" algn="ctr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0" lang="en-GB" sz="8800" strike="noStrike" u="none">
                <a:solidFill>
                  <a:srgbClr val="6e1d6b"/>
                </a:solidFill>
                <a:effectLst/>
                <a:uFillTx/>
                <a:latin typeface="Century Gothic"/>
              </a:rPr>
              <a:t>Thank You</a:t>
            </a:r>
            <a:endParaRPr b="0" lang="en-US" sz="8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 type="ftr" idx="19"/>
          </p:nvPr>
        </p:nvSpPr>
        <p:spPr>
          <a:xfrm>
            <a:off x="1518120" y="6172200"/>
            <a:ext cx="686124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entury Gothic"/>
              </a:rPr>
              <a:t>Web Technology Project 2025-26 Odd Sem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Vertical and horizontal design slides</Template>
  <TotalTime>393</TotalTime>
  <Application>LibreOffice/25.2.5.2$Linux_X86_64 LibreOffice_project/fb4792146257752f54eab576deb869869b108571</Application>
  <AppVersion>15.0000</AppVersion>
  <Words>707</Words>
  <Paragraphs>128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2017-11-16T17:39:44Z</dcterms:created>
  <dc:creator>Sudhanshu</dc:creator>
  <dc:description/>
  <dc:language>en-IN</dc:language>
  <cp:lastModifiedBy/>
  <dcterms:modified xsi:type="dcterms:W3CDTF">2025-09-17T09:26:05Z</dcterms:modified>
  <cp:revision>44</cp:revision>
  <dc:subject/>
  <dc:title>Automated Exam Duty Allocation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lications">
    <vt:lpwstr/>
  </property>
  <property fmtid="{D5CDD505-2E9C-101B-9397-08002B2CF9AE}" pid="3" name="CampaignTags">
    <vt:lpwstr/>
  </property>
  <property fmtid="{D5CDD505-2E9C-101B-9397-08002B2CF9AE}" pid="4" name="CategoryTags">
    <vt:lpwstr/>
  </property>
  <property fmtid="{D5CDD505-2E9C-101B-9397-08002B2CF9AE}" pid="5" name="ContentTypeId">
    <vt:lpwstr>0x010100AA3F7D94069FF64A86F7DFF56D60E3BE</vt:lpwstr>
  </property>
  <property fmtid="{D5CDD505-2E9C-101B-9397-08002B2CF9AE}" pid="6" name="FeatureTags">
    <vt:lpwstr/>
  </property>
  <property fmtid="{D5CDD505-2E9C-101B-9397-08002B2CF9AE}" pid="7" name="HiddenCategoryTags">
    <vt:lpwstr/>
  </property>
  <property fmtid="{D5CDD505-2E9C-101B-9397-08002B2CF9AE}" pid="8" name="InternalTags">
    <vt:lpwstr/>
  </property>
  <property fmtid="{D5CDD505-2E9C-101B-9397-08002B2CF9AE}" pid="9" name="LocalizationTags">
    <vt:lpwstr/>
  </property>
  <property fmtid="{D5CDD505-2E9C-101B-9397-08002B2CF9AE}" pid="10" name="Order">
    <vt:r8>74067800</vt:r8>
  </property>
  <property fmtid="{D5CDD505-2E9C-101B-9397-08002B2CF9AE}" pid="11" name="PresentationFormat">
    <vt:lpwstr>Custom</vt:lpwstr>
  </property>
  <property fmtid="{D5CDD505-2E9C-101B-9397-08002B2CF9AE}" pid="12" name="ScenarioTags">
    <vt:lpwstr/>
  </property>
  <property fmtid="{D5CDD505-2E9C-101B-9397-08002B2CF9AE}" pid="13" name="Slides">
    <vt:i4>16</vt:i4>
  </property>
</Properties>
</file>